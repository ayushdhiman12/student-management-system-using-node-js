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72" r:id="rId1"/>
  </p:sldMasterIdLst>
  <p:sldIdLst>
    <p:sldId id="256" r:id="rId2"/>
    <p:sldId id="257" r:id="rId3"/>
    <p:sldId id="258" r:id="rId4"/>
    <p:sldId id="261" r:id="rId5"/>
    <p:sldId id="274" r:id="rId6"/>
    <p:sldId id="265" r:id="rId7"/>
    <p:sldId id="275" r:id="rId8"/>
    <p:sldId id="276" r:id="rId9"/>
    <p:sldId id="277" r:id="rId10"/>
    <p:sldId id="278" r:id="rId11"/>
    <p:sldId id="267" r:id="rId12"/>
    <p:sldId id="279" r:id="rId13"/>
    <p:sldId id="268" r:id="rId14"/>
    <p:sldId id="269" r:id="rId15"/>
    <p:sldId id="270" r:id="rId16"/>
    <p:sldId id="271" r:id="rId17"/>
    <p:sldId id="272" r:id="rId18"/>
    <p:sldId id="273" r:id="rId19"/>
    <p:sldId id="262" r:id="rId20"/>
    <p:sldId id="259" r:id="rId21"/>
    <p:sldId id="260" r:id="rId22"/>
  </p:sldIdLst>
  <p:sldSz cx="9144000" cy="6858000" type="screen4x3"/>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p:cViewPr varScale="1">
        <p:scale>
          <a:sx n="81" d="100"/>
          <a:sy n="81" d="100"/>
        </p:scale>
        <p:origin x="1498" y="48"/>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tableStyles" Target="tableStyles.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viewProps" Target="view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presProps" Target="presProp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bg>
      <p:bgRef idx="1001">
        <a:schemeClr val="bg1"/>
      </p:bgRef>
    </p:bg>
    <p:spTree>
      <p:nvGrpSpPr>
        <p:cNvPr id="1" name=""/>
        <p:cNvGrpSpPr/>
        <p:nvPr/>
      </p:nvGrpSpPr>
      <p:grpSpPr>
        <a:xfrm>
          <a:off x="0" y="0"/>
          <a:ext cx="0" cy="0"/>
          <a:chOff x="0" y="0"/>
          <a:chExt cx="0" cy="0"/>
        </a:xfrm>
      </p:grpSpPr>
      <p:sp>
        <p:nvSpPr>
          <p:cNvPr id="8" name="Title 7"/>
          <p:cNvSpPr>
            <a:spLocks noGrp="1"/>
          </p:cNvSpPr>
          <p:nvPr>
            <p:ph type="ctrTitle"/>
          </p:nvPr>
        </p:nvSpPr>
        <p:spPr>
          <a:xfrm>
            <a:off x="2286000" y="3124200"/>
            <a:ext cx="6172200" cy="1894362"/>
          </a:xfrm>
        </p:spPr>
        <p:txBody>
          <a:bodyPr/>
          <a:lstStyle>
            <a:lvl1pPr>
              <a:defRPr b="1"/>
            </a:lvl1pPr>
          </a:lstStyle>
          <a:p>
            <a:r>
              <a:rPr kumimoji="0" lang="en-US"/>
              <a:t>Click to edit Master title style</a:t>
            </a:r>
          </a:p>
        </p:txBody>
      </p:sp>
      <p:sp>
        <p:nvSpPr>
          <p:cNvPr id="9" name="Subtitle 8"/>
          <p:cNvSpPr>
            <a:spLocks noGrp="1"/>
          </p:cNvSpPr>
          <p:nvPr>
            <p:ph type="subTitle" idx="1"/>
          </p:nvPr>
        </p:nvSpPr>
        <p:spPr>
          <a:xfrm>
            <a:off x="2286000" y="5003322"/>
            <a:ext cx="6172200" cy="1371600"/>
          </a:xfrm>
        </p:spPr>
        <p:txBody>
          <a:bodyPr/>
          <a:lstStyle>
            <a:lvl1pPr marL="0" indent="0" algn="l">
              <a:buNone/>
              <a:defRPr sz="1800" b="1">
                <a:solidFill>
                  <a:schemeClr val="tx2"/>
                </a:solidFill>
              </a:defRPr>
            </a:lvl1pPr>
            <a:lvl2pPr marL="457200" indent="0" algn="ctr">
              <a:buNone/>
            </a:lvl2pPr>
            <a:lvl3pPr marL="914400" indent="0" algn="ctr">
              <a:buNone/>
            </a:lvl3pPr>
            <a:lvl4pPr marL="1371600" indent="0" algn="ctr">
              <a:buNone/>
            </a:lvl4pPr>
            <a:lvl5pPr marL="1828800" indent="0" algn="ctr">
              <a:buNone/>
            </a:lvl5pPr>
            <a:lvl6pPr marL="2286000" indent="0" algn="ctr">
              <a:buNone/>
            </a:lvl6pPr>
            <a:lvl7pPr marL="2743200" indent="0" algn="ctr">
              <a:buNone/>
            </a:lvl7pPr>
            <a:lvl8pPr marL="3200400" indent="0" algn="ctr">
              <a:buNone/>
            </a:lvl8pPr>
            <a:lvl9pPr marL="3657600" indent="0" algn="ctr">
              <a:buNone/>
            </a:lvl9pPr>
          </a:lstStyle>
          <a:p>
            <a:r>
              <a:rPr kumimoji="0" lang="en-US"/>
              <a:t>Click to edit Master subtitle style</a:t>
            </a:r>
          </a:p>
        </p:txBody>
      </p:sp>
      <p:sp>
        <p:nvSpPr>
          <p:cNvPr id="28" name="Date Placeholder 27"/>
          <p:cNvSpPr>
            <a:spLocks noGrp="1"/>
          </p:cNvSpPr>
          <p:nvPr>
            <p:ph type="dt" sz="half" idx="10"/>
          </p:nvPr>
        </p:nvSpPr>
        <p:spPr bwMode="auto">
          <a:xfrm rot="5400000">
            <a:off x="7764621" y="1174097"/>
            <a:ext cx="2286000" cy="381000"/>
          </a:xfrm>
        </p:spPr>
        <p:txBody>
          <a:bodyPr/>
          <a:lstStyle/>
          <a:p>
            <a:fld id="{1D8BD707-D9CF-40AE-B4C6-C98DA3205C09}" type="datetimeFigureOut">
              <a:rPr lang="en-US" smtClean="0"/>
              <a:pPr/>
              <a:t>10/2/2024</a:t>
            </a:fld>
            <a:endParaRPr lang="en-US"/>
          </a:p>
        </p:txBody>
      </p:sp>
      <p:sp>
        <p:nvSpPr>
          <p:cNvPr id="17" name="Footer Placeholder 16"/>
          <p:cNvSpPr>
            <a:spLocks noGrp="1"/>
          </p:cNvSpPr>
          <p:nvPr>
            <p:ph type="ftr" sz="quarter" idx="11"/>
          </p:nvPr>
        </p:nvSpPr>
        <p:spPr bwMode="auto">
          <a:xfrm rot="5400000">
            <a:off x="7077269" y="4181669"/>
            <a:ext cx="3657600" cy="384048"/>
          </a:xfrm>
        </p:spPr>
        <p:txBody>
          <a:bodyPr/>
          <a:lstStyle/>
          <a:p>
            <a:endParaRPr lang="en-US"/>
          </a:p>
        </p:txBody>
      </p:sp>
      <p:sp>
        <p:nvSpPr>
          <p:cNvPr id="10" name="Rectangle 9"/>
          <p:cNvSpPr/>
          <p:nvPr/>
        </p:nvSpPr>
        <p:spPr bwMode="auto">
          <a:xfrm>
            <a:off x="381000" y="0"/>
            <a:ext cx="609600" cy="6858000"/>
          </a:xfrm>
          <a:prstGeom prst="rect">
            <a:avLst/>
          </a:prstGeom>
          <a:solidFill>
            <a:schemeClr val="accent1">
              <a:tint val="60000"/>
              <a:alpha val="54000"/>
            </a:schemeClr>
          </a:solidFill>
          <a:ln w="381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12" name="Rectangle 11"/>
          <p:cNvSpPr/>
          <p:nvPr/>
        </p:nvSpPr>
        <p:spPr bwMode="auto">
          <a:xfrm>
            <a:off x="276336" y="0"/>
            <a:ext cx="104664" cy="6858000"/>
          </a:xfrm>
          <a:prstGeom prst="rect">
            <a:avLst/>
          </a:prstGeom>
          <a:solidFill>
            <a:schemeClr val="accent1">
              <a:tint val="40000"/>
              <a:alpha val="36000"/>
            </a:schemeClr>
          </a:solidFill>
          <a:ln w="381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14" name="Rectangle 13"/>
          <p:cNvSpPr/>
          <p:nvPr/>
        </p:nvSpPr>
        <p:spPr bwMode="auto">
          <a:xfrm>
            <a:off x="990600" y="0"/>
            <a:ext cx="181872" cy="6858000"/>
          </a:xfrm>
          <a:prstGeom prst="rect">
            <a:avLst/>
          </a:prstGeom>
          <a:solidFill>
            <a:schemeClr val="accent1">
              <a:tint val="40000"/>
              <a:alpha val="70000"/>
            </a:schemeClr>
          </a:solidFill>
          <a:ln w="381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19" name="Rectangle 18"/>
          <p:cNvSpPr/>
          <p:nvPr/>
        </p:nvSpPr>
        <p:spPr bwMode="auto">
          <a:xfrm>
            <a:off x="1141320" y="0"/>
            <a:ext cx="230280" cy="6858000"/>
          </a:xfrm>
          <a:prstGeom prst="rect">
            <a:avLst/>
          </a:prstGeom>
          <a:solidFill>
            <a:schemeClr val="accent1">
              <a:tint val="20000"/>
              <a:alpha val="71000"/>
            </a:schemeClr>
          </a:solidFill>
          <a:ln w="381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11" name="Straight Connector 10"/>
          <p:cNvSpPr>
            <a:spLocks noChangeShapeType="1"/>
          </p:cNvSpPr>
          <p:nvPr/>
        </p:nvSpPr>
        <p:spPr bwMode="auto">
          <a:xfrm>
            <a:off x="106344" y="0"/>
            <a:ext cx="0" cy="6858000"/>
          </a:xfrm>
          <a:prstGeom prst="line">
            <a:avLst/>
          </a:prstGeom>
          <a:noFill/>
          <a:ln w="57150" cap="flat" cmpd="sng" algn="ctr">
            <a:solidFill>
              <a:schemeClr val="accent1">
                <a:tint val="60000"/>
                <a:alpha val="73000"/>
              </a:schemeClr>
            </a:solidFill>
            <a:prstDash val="solid"/>
            <a:round/>
            <a:headEnd type="none" w="med" len="med"/>
            <a:tailEnd type="none" w="med" len="med"/>
          </a:ln>
          <a:effectLst/>
        </p:spPr>
        <p:txBody>
          <a:bodyPr vert="horz" wrap="square" lIns="91440" tIns="45720" rIns="91440" bIns="45720" anchor="t" compatLnSpc="1"/>
          <a:lstStyle/>
          <a:p>
            <a:endParaRPr kumimoji="0" lang="en-US"/>
          </a:p>
        </p:txBody>
      </p:sp>
      <p:sp>
        <p:nvSpPr>
          <p:cNvPr id="18" name="Straight Connector 17"/>
          <p:cNvSpPr>
            <a:spLocks noChangeShapeType="1"/>
          </p:cNvSpPr>
          <p:nvPr/>
        </p:nvSpPr>
        <p:spPr bwMode="auto">
          <a:xfrm>
            <a:off x="914400" y="0"/>
            <a:ext cx="0" cy="6858000"/>
          </a:xfrm>
          <a:prstGeom prst="line">
            <a:avLst/>
          </a:prstGeom>
          <a:noFill/>
          <a:ln w="57150" cap="flat" cmpd="sng" algn="ctr">
            <a:solidFill>
              <a:schemeClr val="accent1">
                <a:tint val="20000"/>
                <a:alpha val="83000"/>
              </a:schemeClr>
            </a:solidFill>
            <a:prstDash val="solid"/>
            <a:round/>
            <a:headEnd type="none" w="med" len="med"/>
            <a:tailEnd type="none" w="med" len="med"/>
          </a:ln>
          <a:effectLst/>
        </p:spPr>
        <p:txBody>
          <a:bodyPr vert="horz" wrap="square" lIns="91440" tIns="45720" rIns="91440" bIns="45720" anchor="t" compatLnSpc="1"/>
          <a:lstStyle/>
          <a:p>
            <a:endParaRPr kumimoji="0" lang="en-US"/>
          </a:p>
        </p:txBody>
      </p:sp>
      <p:sp>
        <p:nvSpPr>
          <p:cNvPr id="20" name="Straight Connector 19"/>
          <p:cNvSpPr>
            <a:spLocks noChangeShapeType="1"/>
          </p:cNvSpPr>
          <p:nvPr/>
        </p:nvSpPr>
        <p:spPr bwMode="auto">
          <a:xfrm>
            <a:off x="854112" y="0"/>
            <a:ext cx="0" cy="6858000"/>
          </a:xfrm>
          <a:prstGeom prst="line">
            <a:avLst/>
          </a:prstGeom>
          <a:noFill/>
          <a:ln w="57150" cap="flat" cmpd="sng" algn="ctr">
            <a:solidFill>
              <a:schemeClr val="accent1">
                <a:tint val="60000"/>
              </a:schemeClr>
            </a:solidFill>
            <a:prstDash val="solid"/>
            <a:round/>
            <a:headEnd type="none" w="med" len="med"/>
            <a:tailEnd type="none" w="med" len="med"/>
          </a:ln>
          <a:effectLst/>
        </p:spPr>
        <p:txBody>
          <a:bodyPr vert="horz" wrap="square" lIns="91440" tIns="45720" rIns="91440" bIns="45720" anchor="t" compatLnSpc="1"/>
          <a:lstStyle/>
          <a:p>
            <a:endParaRPr kumimoji="0" lang="en-US"/>
          </a:p>
        </p:txBody>
      </p:sp>
      <p:sp>
        <p:nvSpPr>
          <p:cNvPr id="16" name="Straight Connector 15"/>
          <p:cNvSpPr>
            <a:spLocks noChangeShapeType="1"/>
          </p:cNvSpPr>
          <p:nvPr/>
        </p:nvSpPr>
        <p:spPr bwMode="auto">
          <a:xfrm>
            <a:off x="1726640" y="0"/>
            <a:ext cx="0" cy="6858000"/>
          </a:xfrm>
          <a:prstGeom prst="line">
            <a:avLst/>
          </a:prstGeom>
          <a:noFill/>
          <a:ln w="28575" cap="flat" cmpd="sng" algn="ctr">
            <a:solidFill>
              <a:schemeClr val="accent1">
                <a:tint val="60000"/>
                <a:alpha val="82000"/>
              </a:schemeClr>
            </a:solidFill>
            <a:prstDash val="solid"/>
            <a:round/>
            <a:headEnd type="none" w="med" len="med"/>
            <a:tailEnd type="none" w="med" len="med"/>
          </a:ln>
          <a:effectLst/>
        </p:spPr>
        <p:txBody>
          <a:bodyPr vert="horz" wrap="square" lIns="91440" tIns="45720" rIns="91440" bIns="45720" anchor="t" compatLnSpc="1"/>
          <a:lstStyle/>
          <a:p>
            <a:endParaRPr kumimoji="0" lang="en-US"/>
          </a:p>
        </p:txBody>
      </p:sp>
      <p:sp>
        <p:nvSpPr>
          <p:cNvPr id="15" name="Straight Connector 14"/>
          <p:cNvSpPr>
            <a:spLocks noChangeShapeType="1"/>
          </p:cNvSpPr>
          <p:nvPr/>
        </p:nvSpPr>
        <p:spPr bwMode="auto">
          <a:xfrm>
            <a:off x="1066800" y="0"/>
            <a:ext cx="0" cy="6858000"/>
          </a:xfrm>
          <a:prstGeom prst="line">
            <a:avLst/>
          </a:prstGeom>
          <a:noFill/>
          <a:ln w="9525" cap="flat" cmpd="sng" algn="ctr">
            <a:solidFill>
              <a:schemeClr val="accent1">
                <a:tint val="60000"/>
              </a:schemeClr>
            </a:solidFill>
            <a:prstDash val="solid"/>
            <a:round/>
            <a:headEnd type="none" w="med" len="med"/>
            <a:tailEnd type="none" w="med" len="med"/>
          </a:ln>
          <a:effectLst/>
        </p:spPr>
        <p:txBody>
          <a:bodyPr vert="horz" wrap="square" lIns="91440" tIns="45720" rIns="91440" bIns="45720" anchor="t" compatLnSpc="1"/>
          <a:lstStyle/>
          <a:p>
            <a:endParaRPr kumimoji="0" lang="en-US"/>
          </a:p>
        </p:txBody>
      </p:sp>
      <p:sp>
        <p:nvSpPr>
          <p:cNvPr id="22" name="Straight Connector 21"/>
          <p:cNvSpPr>
            <a:spLocks noChangeShapeType="1"/>
          </p:cNvSpPr>
          <p:nvPr/>
        </p:nvSpPr>
        <p:spPr bwMode="auto">
          <a:xfrm>
            <a:off x="9113856" y="0"/>
            <a:ext cx="0" cy="6858000"/>
          </a:xfrm>
          <a:prstGeom prst="line">
            <a:avLst/>
          </a:prstGeom>
          <a:noFill/>
          <a:ln w="57150" cap="flat" cmpd="thickThin" algn="ctr">
            <a:solidFill>
              <a:schemeClr val="accent1">
                <a:tint val="60000"/>
              </a:schemeClr>
            </a:solidFill>
            <a:prstDash val="solid"/>
            <a:round/>
            <a:headEnd type="none" w="med" len="med"/>
            <a:tailEnd type="none" w="med" len="med"/>
          </a:ln>
          <a:effectLst/>
        </p:spPr>
        <p:txBody>
          <a:bodyPr vert="horz" wrap="square" lIns="91440" tIns="45720" rIns="91440" bIns="45720" anchor="t" compatLnSpc="1"/>
          <a:lstStyle/>
          <a:p>
            <a:endParaRPr kumimoji="0" lang="en-US"/>
          </a:p>
        </p:txBody>
      </p:sp>
      <p:sp>
        <p:nvSpPr>
          <p:cNvPr id="27" name="Rectangle 26"/>
          <p:cNvSpPr/>
          <p:nvPr/>
        </p:nvSpPr>
        <p:spPr bwMode="auto">
          <a:xfrm>
            <a:off x="1219200" y="0"/>
            <a:ext cx="76200" cy="6858000"/>
          </a:xfrm>
          <a:prstGeom prst="rect">
            <a:avLst/>
          </a:prstGeom>
          <a:solidFill>
            <a:schemeClr val="accent1">
              <a:tint val="60000"/>
              <a:alpha val="51000"/>
            </a:schemeClr>
          </a:solidFill>
          <a:ln w="381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dirty="0"/>
          </a:p>
        </p:txBody>
      </p:sp>
      <p:sp>
        <p:nvSpPr>
          <p:cNvPr id="21" name="Oval 20"/>
          <p:cNvSpPr/>
          <p:nvPr/>
        </p:nvSpPr>
        <p:spPr bwMode="auto">
          <a:xfrm>
            <a:off x="609600" y="3429000"/>
            <a:ext cx="1295400" cy="1295400"/>
          </a:xfrm>
          <a:prstGeom prst="ellipse">
            <a:avLst/>
          </a:prstGeom>
          <a:solidFill>
            <a:schemeClr val="accent1"/>
          </a:solidFill>
          <a:ln w="381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dirty="0"/>
          </a:p>
        </p:txBody>
      </p:sp>
      <p:sp>
        <p:nvSpPr>
          <p:cNvPr id="23" name="Oval 22"/>
          <p:cNvSpPr/>
          <p:nvPr/>
        </p:nvSpPr>
        <p:spPr bwMode="auto">
          <a:xfrm>
            <a:off x="1309632" y="4866752"/>
            <a:ext cx="641424" cy="641424"/>
          </a:xfrm>
          <a:prstGeom prst="ellipse">
            <a:avLst/>
          </a:prstGeom>
          <a:ln w="28575"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dirty="0"/>
          </a:p>
        </p:txBody>
      </p:sp>
      <p:sp>
        <p:nvSpPr>
          <p:cNvPr id="24" name="Oval 23"/>
          <p:cNvSpPr/>
          <p:nvPr/>
        </p:nvSpPr>
        <p:spPr bwMode="auto">
          <a:xfrm>
            <a:off x="1091080" y="5500632"/>
            <a:ext cx="137160" cy="137160"/>
          </a:xfrm>
          <a:prstGeom prst="ellipse">
            <a:avLst/>
          </a:prstGeom>
          <a:ln w="127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dirty="0"/>
          </a:p>
        </p:txBody>
      </p:sp>
      <p:sp>
        <p:nvSpPr>
          <p:cNvPr id="26" name="Oval 25"/>
          <p:cNvSpPr/>
          <p:nvPr/>
        </p:nvSpPr>
        <p:spPr bwMode="auto">
          <a:xfrm>
            <a:off x="1664208" y="5788152"/>
            <a:ext cx="274320" cy="274320"/>
          </a:xfrm>
          <a:prstGeom prst="ellipse">
            <a:avLst/>
          </a:prstGeom>
          <a:ln w="127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dirty="0"/>
          </a:p>
        </p:txBody>
      </p:sp>
      <p:sp>
        <p:nvSpPr>
          <p:cNvPr id="25" name="Oval 24"/>
          <p:cNvSpPr/>
          <p:nvPr/>
        </p:nvSpPr>
        <p:spPr>
          <a:xfrm>
            <a:off x="1905000" y="4495800"/>
            <a:ext cx="365760" cy="365760"/>
          </a:xfrm>
          <a:prstGeom prst="ellipse">
            <a:avLst/>
          </a:prstGeom>
          <a:ln w="28575"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dirty="0"/>
          </a:p>
        </p:txBody>
      </p:sp>
      <p:sp>
        <p:nvSpPr>
          <p:cNvPr id="29" name="Slide Number Placeholder 28"/>
          <p:cNvSpPr>
            <a:spLocks noGrp="1"/>
          </p:cNvSpPr>
          <p:nvPr>
            <p:ph type="sldNum" sz="quarter" idx="12"/>
          </p:nvPr>
        </p:nvSpPr>
        <p:spPr bwMode="auto">
          <a:xfrm>
            <a:off x="1325544" y="4928702"/>
            <a:ext cx="609600" cy="517524"/>
          </a:xfrm>
        </p:spPr>
        <p:txBody>
          <a:bodyPr/>
          <a:lstStyle/>
          <a:p>
            <a:fld id="{B6F15528-21DE-4FAA-801E-634DDDAF4B2B}" type="slidenum">
              <a:rPr lang="en-US" smtClean="0"/>
              <a:pPr/>
              <a:t>‹#›</a:t>
            </a:fld>
            <a:endParaRPr lang="en-US"/>
          </a:p>
        </p:txBody>
      </p:sp>
    </p:spTree>
  </p:cSld>
  <p:clrMapOvr>
    <a:overrideClrMapping bg1="lt1" tx1="dk1" bg2="lt2" tx2="dk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kumimoji="0" lang="en-US"/>
              <a:t>Click to edit Master title style</a:t>
            </a:r>
          </a:p>
        </p:txBody>
      </p:sp>
      <p:sp>
        <p:nvSpPr>
          <p:cNvPr id="8" name="Content Placeholder 7"/>
          <p:cNvSpPr>
            <a:spLocks noGrp="1"/>
          </p:cNvSpPr>
          <p:nvPr>
            <p:ph sz="quarter" idx="1"/>
          </p:nvPr>
        </p:nvSpPr>
        <p:spPr>
          <a:xfrm>
            <a:off x="457200" y="1600200"/>
            <a:ext cx="7467600" cy="4873752"/>
          </a:xfrm>
        </p:spPr>
        <p:txBody>
          <a:bodyPr/>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
        <p:nvSpPr>
          <p:cNvPr id="7" name="Date Placeholder 6"/>
          <p:cNvSpPr>
            <a:spLocks noGrp="1"/>
          </p:cNvSpPr>
          <p:nvPr>
            <p:ph type="dt" sz="half" idx="14"/>
          </p:nvPr>
        </p:nvSpPr>
        <p:spPr/>
        <p:txBody>
          <a:bodyPr rtlCol="0"/>
          <a:lstStyle/>
          <a:p>
            <a:fld id="{1D8BD707-D9CF-40AE-B4C6-C98DA3205C09}" type="datetimeFigureOut">
              <a:rPr lang="en-US" smtClean="0"/>
              <a:pPr/>
              <a:t>10/2/2024</a:t>
            </a:fld>
            <a:endParaRPr lang="en-US"/>
          </a:p>
        </p:txBody>
      </p:sp>
      <p:sp>
        <p:nvSpPr>
          <p:cNvPr id="9" name="Slide Number Placeholder 8"/>
          <p:cNvSpPr>
            <a:spLocks noGrp="1"/>
          </p:cNvSpPr>
          <p:nvPr>
            <p:ph type="sldNum" sz="quarter" idx="15"/>
          </p:nvPr>
        </p:nvSpPr>
        <p:spPr/>
        <p:txBody>
          <a:bodyPr rtlCol="0"/>
          <a:lstStyle/>
          <a:p>
            <a:fld id="{B6F15528-21DE-4FAA-801E-634DDDAF4B2B}" type="slidenum">
              <a:rPr lang="en-US" smtClean="0"/>
              <a:pPr/>
              <a:t>‹#›</a:t>
            </a:fld>
            <a:endParaRPr lang="en-US"/>
          </a:p>
        </p:txBody>
      </p:sp>
      <p:sp>
        <p:nvSpPr>
          <p:cNvPr id="10" name="Footer Placeholder 9"/>
          <p:cNvSpPr>
            <a:spLocks noGrp="1"/>
          </p:cNvSpPr>
          <p:nvPr>
            <p:ph type="ftr" sz="quarter" idx="16"/>
          </p:nvPr>
        </p:nvSpPr>
        <p:spPr/>
        <p:txBody>
          <a:bodyPr rtlCol="0"/>
          <a:lstStyle/>
          <a:p>
            <a:endParaRPr lang="en-US"/>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secHead" preserve="1">
  <p:cSld name="Section Header">
    <p:bg>
      <p:bgRef idx="1001">
        <a:schemeClr val="bg2"/>
      </p:bgRef>
    </p:bg>
    <p:spTree>
      <p:nvGrpSpPr>
        <p:cNvPr id="1" name=""/>
        <p:cNvGrpSpPr/>
        <p:nvPr/>
      </p:nvGrpSpPr>
      <p:grpSpPr>
        <a:xfrm>
          <a:off x="0" y="0"/>
          <a:ext cx="0" cy="0"/>
          <a:chOff x="0" y="0"/>
          <a:chExt cx="0" cy="0"/>
        </a:xfrm>
      </p:grpSpPr>
      <p:sp>
        <p:nvSpPr>
          <p:cNvPr id="2" name="Title 1"/>
          <p:cNvSpPr>
            <a:spLocks noGrp="1"/>
          </p:cNvSpPr>
          <p:nvPr>
            <p:ph type="title"/>
          </p:nvPr>
        </p:nvSpPr>
        <p:spPr>
          <a:xfrm>
            <a:off x="2286000" y="2895600"/>
            <a:ext cx="6172200" cy="2053590"/>
          </a:xfrm>
        </p:spPr>
        <p:txBody>
          <a:bodyPr/>
          <a:lstStyle>
            <a:lvl1pPr algn="l">
              <a:buNone/>
              <a:defRPr sz="3000" b="1" cap="small" baseline="0"/>
            </a:lvl1pPr>
          </a:lstStyle>
          <a:p>
            <a:r>
              <a:rPr kumimoji="0" lang="en-US"/>
              <a:t>Click to edit Master title style</a:t>
            </a:r>
          </a:p>
        </p:txBody>
      </p:sp>
      <p:sp>
        <p:nvSpPr>
          <p:cNvPr id="3" name="Text Placeholder 2"/>
          <p:cNvSpPr>
            <a:spLocks noGrp="1"/>
          </p:cNvSpPr>
          <p:nvPr>
            <p:ph type="body" idx="1"/>
          </p:nvPr>
        </p:nvSpPr>
        <p:spPr>
          <a:xfrm>
            <a:off x="2286000" y="5010150"/>
            <a:ext cx="6172200" cy="1371600"/>
          </a:xfrm>
        </p:spPr>
        <p:txBody>
          <a:bodyPr anchor="t"/>
          <a:lstStyle>
            <a:lvl1pPr marL="0" indent="0">
              <a:buNone/>
              <a:defRPr sz="1800" b="1">
                <a:solidFill>
                  <a:schemeClr val="tx2"/>
                </a:solidFill>
              </a:defRPr>
            </a:lvl1pPr>
            <a:lvl2pPr>
              <a:buNone/>
              <a:defRPr sz="1800">
                <a:solidFill>
                  <a:schemeClr val="tx1">
                    <a:tint val="75000"/>
                  </a:schemeClr>
                </a:solidFill>
              </a:defRPr>
            </a:lvl2pPr>
            <a:lvl3pPr>
              <a:buNone/>
              <a:defRPr sz="1600">
                <a:solidFill>
                  <a:schemeClr val="tx1">
                    <a:tint val="75000"/>
                  </a:schemeClr>
                </a:solidFill>
              </a:defRPr>
            </a:lvl3pPr>
            <a:lvl4pPr>
              <a:buNone/>
              <a:defRPr sz="1400">
                <a:solidFill>
                  <a:schemeClr val="tx1">
                    <a:tint val="75000"/>
                  </a:schemeClr>
                </a:solidFill>
              </a:defRPr>
            </a:lvl4pPr>
            <a:lvl5pPr>
              <a:buNone/>
              <a:defRPr sz="1400">
                <a:solidFill>
                  <a:schemeClr val="tx1">
                    <a:tint val="75000"/>
                  </a:schemeClr>
                </a:solidFill>
              </a:defRPr>
            </a:lvl5pPr>
          </a:lstStyle>
          <a:p>
            <a:pPr lvl="0" eaLnBrk="1" latinLnBrk="0" hangingPunct="1"/>
            <a:r>
              <a:rPr kumimoji="0" lang="en-US"/>
              <a:t>Click to edit Master text styles</a:t>
            </a:r>
          </a:p>
        </p:txBody>
      </p:sp>
      <p:sp>
        <p:nvSpPr>
          <p:cNvPr id="4" name="Date Placeholder 3"/>
          <p:cNvSpPr>
            <a:spLocks noGrp="1"/>
          </p:cNvSpPr>
          <p:nvPr>
            <p:ph type="dt" sz="half" idx="10"/>
          </p:nvPr>
        </p:nvSpPr>
        <p:spPr bwMode="auto">
          <a:xfrm rot="5400000">
            <a:off x="7763256" y="1170432"/>
            <a:ext cx="2286000" cy="381000"/>
          </a:xfrm>
        </p:spPr>
        <p:txBody>
          <a:bodyPr/>
          <a:lstStyle/>
          <a:p>
            <a:fld id="{1D8BD707-D9CF-40AE-B4C6-C98DA3205C09}" type="datetimeFigureOut">
              <a:rPr lang="en-US" smtClean="0"/>
              <a:pPr/>
              <a:t>10/2/2024</a:t>
            </a:fld>
            <a:endParaRPr lang="en-US"/>
          </a:p>
        </p:txBody>
      </p:sp>
      <p:sp>
        <p:nvSpPr>
          <p:cNvPr id="5" name="Footer Placeholder 4"/>
          <p:cNvSpPr>
            <a:spLocks noGrp="1"/>
          </p:cNvSpPr>
          <p:nvPr>
            <p:ph type="ftr" sz="quarter" idx="11"/>
          </p:nvPr>
        </p:nvSpPr>
        <p:spPr bwMode="auto">
          <a:xfrm rot="5400000">
            <a:off x="7077456" y="4178808"/>
            <a:ext cx="3657600" cy="384048"/>
          </a:xfrm>
        </p:spPr>
        <p:txBody>
          <a:bodyPr/>
          <a:lstStyle/>
          <a:p>
            <a:endParaRPr lang="en-US"/>
          </a:p>
        </p:txBody>
      </p:sp>
      <p:sp>
        <p:nvSpPr>
          <p:cNvPr id="9" name="Rectangle 8"/>
          <p:cNvSpPr/>
          <p:nvPr/>
        </p:nvSpPr>
        <p:spPr bwMode="auto">
          <a:xfrm>
            <a:off x="381000" y="0"/>
            <a:ext cx="609600" cy="6858000"/>
          </a:xfrm>
          <a:prstGeom prst="rect">
            <a:avLst/>
          </a:prstGeom>
          <a:solidFill>
            <a:schemeClr val="accent1">
              <a:tint val="60000"/>
              <a:alpha val="54000"/>
            </a:schemeClr>
          </a:solidFill>
          <a:ln w="381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10" name="Rectangle 9"/>
          <p:cNvSpPr/>
          <p:nvPr/>
        </p:nvSpPr>
        <p:spPr bwMode="auto">
          <a:xfrm>
            <a:off x="276336" y="0"/>
            <a:ext cx="104664" cy="6858000"/>
          </a:xfrm>
          <a:prstGeom prst="rect">
            <a:avLst/>
          </a:prstGeom>
          <a:solidFill>
            <a:schemeClr val="accent1">
              <a:tint val="40000"/>
              <a:alpha val="36000"/>
            </a:schemeClr>
          </a:solidFill>
          <a:ln w="381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11" name="Rectangle 10"/>
          <p:cNvSpPr/>
          <p:nvPr/>
        </p:nvSpPr>
        <p:spPr bwMode="auto">
          <a:xfrm>
            <a:off x="990600" y="0"/>
            <a:ext cx="181872" cy="6858000"/>
          </a:xfrm>
          <a:prstGeom prst="rect">
            <a:avLst/>
          </a:prstGeom>
          <a:solidFill>
            <a:schemeClr val="accent1">
              <a:tint val="40000"/>
              <a:alpha val="70000"/>
            </a:schemeClr>
          </a:solidFill>
          <a:ln w="381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12" name="Rectangle 11"/>
          <p:cNvSpPr/>
          <p:nvPr/>
        </p:nvSpPr>
        <p:spPr bwMode="auto">
          <a:xfrm>
            <a:off x="1141320" y="0"/>
            <a:ext cx="230280" cy="6858000"/>
          </a:xfrm>
          <a:prstGeom prst="rect">
            <a:avLst/>
          </a:prstGeom>
          <a:solidFill>
            <a:schemeClr val="accent1">
              <a:tint val="20000"/>
              <a:alpha val="71000"/>
            </a:schemeClr>
          </a:solidFill>
          <a:ln w="381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13" name="Straight Connector 12"/>
          <p:cNvSpPr>
            <a:spLocks noChangeShapeType="1"/>
          </p:cNvSpPr>
          <p:nvPr/>
        </p:nvSpPr>
        <p:spPr bwMode="auto">
          <a:xfrm>
            <a:off x="106344" y="0"/>
            <a:ext cx="0" cy="6858000"/>
          </a:xfrm>
          <a:prstGeom prst="line">
            <a:avLst/>
          </a:prstGeom>
          <a:noFill/>
          <a:ln w="57150" cap="flat" cmpd="sng" algn="ctr">
            <a:solidFill>
              <a:schemeClr val="accent1">
                <a:tint val="60000"/>
                <a:alpha val="73000"/>
              </a:schemeClr>
            </a:solidFill>
            <a:prstDash val="solid"/>
            <a:round/>
            <a:headEnd type="none" w="med" len="med"/>
            <a:tailEnd type="none" w="med" len="med"/>
          </a:ln>
          <a:effectLst/>
        </p:spPr>
        <p:txBody>
          <a:bodyPr vert="horz" wrap="square" lIns="91440" tIns="45720" rIns="91440" bIns="45720" anchor="t" compatLnSpc="1"/>
          <a:lstStyle/>
          <a:p>
            <a:endParaRPr kumimoji="0" lang="en-US"/>
          </a:p>
        </p:txBody>
      </p:sp>
      <p:sp>
        <p:nvSpPr>
          <p:cNvPr id="14" name="Straight Connector 13"/>
          <p:cNvSpPr>
            <a:spLocks noChangeShapeType="1"/>
          </p:cNvSpPr>
          <p:nvPr/>
        </p:nvSpPr>
        <p:spPr bwMode="auto">
          <a:xfrm>
            <a:off x="914400" y="0"/>
            <a:ext cx="0" cy="6858000"/>
          </a:xfrm>
          <a:prstGeom prst="line">
            <a:avLst/>
          </a:prstGeom>
          <a:noFill/>
          <a:ln w="57150" cap="flat" cmpd="sng" algn="ctr">
            <a:solidFill>
              <a:schemeClr val="accent1">
                <a:tint val="20000"/>
                <a:alpha val="83000"/>
              </a:schemeClr>
            </a:solidFill>
            <a:prstDash val="solid"/>
            <a:round/>
            <a:headEnd type="none" w="med" len="med"/>
            <a:tailEnd type="none" w="med" len="med"/>
          </a:ln>
          <a:effectLst/>
        </p:spPr>
        <p:txBody>
          <a:bodyPr vert="horz" wrap="square" lIns="91440" tIns="45720" rIns="91440" bIns="45720" anchor="t" compatLnSpc="1"/>
          <a:lstStyle/>
          <a:p>
            <a:endParaRPr kumimoji="0" lang="en-US"/>
          </a:p>
        </p:txBody>
      </p:sp>
      <p:sp>
        <p:nvSpPr>
          <p:cNvPr id="15" name="Straight Connector 14"/>
          <p:cNvSpPr>
            <a:spLocks noChangeShapeType="1"/>
          </p:cNvSpPr>
          <p:nvPr/>
        </p:nvSpPr>
        <p:spPr bwMode="auto">
          <a:xfrm>
            <a:off x="854112" y="0"/>
            <a:ext cx="0" cy="6858000"/>
          </a:xfrm>
          <a:prstGeom prst="line">
            <a:avLst/>
          </a:prstGeom>
          <a:noFill/>
          <a:ln w="57150" cap="flat" cmpd="sng" algn="ctr">
            <a:solidFill>
              <a:schemeClr val="accent1">
                <a:tint val="60000"/>
              </a:schemeClr>
            </a:solidFill>
            <a:prstDash val="solid"/>
            <a:round/>
            <a:headEnd type="none" w="med" len="med"/>
            <a:tailEnd type="none" w="med" len="med"/>
          </a:ln>
          <a:effectLst/>
        </p:spPr>
        <p:txBody>
          <a:bodyPr vert="horz" wrap="square" lIns="91440" tIns="45720" rIns="91440" bIns="45720" anchor="t" compatLnSpc="1"/>
          <a:lstStyle/>
          <a:p>
            <a:endParaRPr kumimoji="0" lang="en-US"/>
          </a:p>
        </p:txBody>
      </p:sp>
      <p:sp>
        <p:nvSpPr>
          <p:cNvPr id="16" name="Straight Connector 15"/>
          <p:cNvSpPr>
            <a:spLocks noChangeShapeType="1"/>
          </p:cNvSpPr>
          <p:nvPr/>
        </p:nvSpPr>
        <p:spPr bwMode="auto">
          <a:xfrm>
            <a:off x="1726640" y="0"/>
            <a:ext cx="0" cy="6858000"/>
          </a:xfrm>
          <a:prstGeom prst="line">
            <a:avLst/>
          </a:prstGeom>
          <a:noFill/>
          <a:ln w="28575" cap="flat" cmpd="sng" algn="ctr">
            <a:solidFill>
              <a:schemeClr val="accent1">
                <a:tint val="60000"/>
                <a:alpha val="82000"/>
              </a:schemeClr>
            </a:solidFill>
            <a:prstDash val="solid"/>
            <a:round/>
            <a:headEnd type="none" w="med" len="med"/>
            <a:tailEnd type="none" w="med" len="med"/>
          </a:ln>
          <a:effectLst/>
        </p:spPr>
        <p:txBody>
          <a:bodyPr vert="horz" wrap="square" lIns="91440" tIns="45720" rIns="91440" bIns="45720" anchor="t" compatLnSpc="1"/>
          <a:lstStyle/>
          <a:p>
            <a:endParaRPr kumimoji="0" lang="en-US"/>
          </a:p>
        </p:txBody>
      </p:sp>
      <p:sp>
        <p:nvSpPr>
          <p:cNvPr id="17" name="Straight Connector 16"/>
          <p:cNvSpPr>
            <a:spLocks noChangeShapeType="1"/>
          </p:cNvSpPr>
          <p:nvPr/>
        </p:nvSpPr>
        <p:spPr bwMode="auto">
          <a:xfrm>
            <a:off x="1066800" y="0"/>
            <a:ext cx="0" cy="6858000"/>
          </a:xfrm>
          <a:prstGeom prst="line">
            <a:avLst/>
          </a:prstGeom>
          <a:noFill/>
          <a:ln w="9525" cap="flat" cmpd="sng" algn="ctr">
            <a:solidFill>
              <a:schemeClr val="accent1">
                <a:tint val="60000"/>
              </a:schemeClr>
            </a:solidFill>
            <a:prstDash val="solid"/>
            <a:round/>
            <a:headEnd type="none" w="med" len="med"/>
            <a:tailEnd type="none" w="med" len="med"/>
          </a:ln>
          <a:effectLst/>
        </p:spPr>
        <p:txBody>
          <a:bodyPr vert="horz" wrap="square" lIns="91440" tIns="45720" rIns="91440" bIns="45720" anchor="t" compatLnSpc="1"/>
          <a:lstStyle/>
          <a:p>
            <a:endParaRPr kumimoji="0" lang="en-US"/>
          </a:p>
        </p:txBody>
      </p:sp>
      <p:sp>
        <p:nvSpPr>
          <p:cNvPr id="18" name="Rectangle 17"/>
          <p:cNvSpPr/>
          <p:nvPr/>
        </p:nvSpPr>
        <p:spPr bwMode="auto">
          <a:xfrm>
            <a:off x="1219200" y="0"/>
            <a:ext cx="76200" cy="6858000"/>
          </a:xfrm>
          <a:prstGeom prst="rect">
            <a:avLst/>
          </a:prstGeom>
          <a:solidFill>
            <a:schemeClr val="accent1">
              <a:tint val="60000"/>
              <a:alpha val="51000"/>
            </a:schemeClr>
          </a:solidFill>
          <a:ln w="381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dirty="0"/>
          </a:p>
        </p:txBody>
      </p:sp>
      <p:sp>
        <p:nvSpPr>
          <p:cNvPr id="19" name="Oval 18"/>
          <p:cNvSpPr/>
          <p:nvPr/>
        </p:nvSpPr>
        <p:spPr bwMode="auto">
          <a:xfrm>
            <a:off x="609600" y="3429000"/>
            <a:ext cx="1295400" cy="1295400"/>
          </a:xfrm>
          <a:prstGeom prst="ellipse">
            <a:avLst/>
          </a:prstGeom>
          <a:ln w="381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dirty="0"/>
          </a:p>
        </p:txBody>
      </p:sp>
      <p:sp>
        <p:nvSpPr>
          <p:cNvPr id="20" name="Oval 19"/>
          <p:cNvSpPr/>
          <p:nvPr/>
        </p:nvSpPr>
        <p:spPr bwMode="auto">
          <a:xfrm>
            <a:off x="1324704" y="4866752"/>
            <a:ext cx="641424" cy="641424"/>
          </a:xfrm>
          <a:prstGeom prst="ellipse">
            <a:avLst/>
          </a:prstGeom>
          <a:ln w="28575"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dirty="0"/>
          </a:p>
        </p:txBody>
      </p:sp>
      <p:sp>
        <p:nvSpPr>
          <p:cNvPr id="21" name="Oval 20"/>
          <p:cNvSpPr/>
          <p:nvPr/>
        </p:nvSpPr>
        <p:spPr bwMode="auto">
          <a:xfrm>
            <a:off x="1091080" y="5500632"/>
            <a:ext cx="137160" cy="137160"/>
          </a:xfrm>
          <a:prstGeom prst="ellipse">
            <a:avLst/>
          </a:prstGeom>
          <a:ln w="127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dirty="0"/>
          </a:p>
        </p:txBody>
      </p:sp>
      <p:sp>
        <p:nvSpPr>
          <p:cNvPr id="22" name="Oval 21"/>
          <p:cNvSpPr/>
          <p:nvPr/>
        </p:nvSpPr>
        <p:spPr bwMode="auto">
          <a:xfrm>
            <a:off x="1664208" y="5791200"/>
            <a:ext cx="274320" cy="274320"/>
          </a:xfrm>
          <a:prstGeom prst="ellipse">
            <a:avLst/>
          </a:prstGeom>
          <a:ln w="127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dirty="0"/>
          </a:p>
        </p:txBody>
      </p:sp>
      <p:sp>
        <p:nvSpPr>
          <p:cNvPr id="23" name="Oval 22"/>
          <p:cNvSpPr/>
          <p:nvPr/>
        </p:nvSpPr>
        <p:spPr bwMode="auto">
          <a:xfrm>
            <a:off x="1879040" y="4479888"/>
            <a:ext cx="365760" cy="365760"/>
          </a:xfrm>
          <a:prstGeom prst="ellipse">
            <a:avLst/>
          </a:prstGeom>
          <a:ln w="28575"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dirty="0"/>
          </a:p>
        </p:txBody>
      </p:sp>
      <p:sp>
        <p:nvSpPr>
          <p:cNvPr id="26" name="Straight Connector 25"/>
          <p:cNvSpPr>
            <a:spLocks noChangeShapeType="1"/>
          </p:cNvSpPr>
          <p:nvPr/>
        </p:nvSpPr>
        <p:spPr bwMode="auto">
          <a:xfrm>
            <a:off x="9097944" y="0"/>
            <a:ext cx="0" cy="6858000"/>
          </a:xfrm>
          <a:prstGeom prst="line">
            <a:avLst/>
          </a:prstGeom>
          <a:noFill/>
          <a:ln w="57150" cap="flat" cmpd="thickThin" algn="ctr">
            <a:solidFill>
              <a:schemeClr val="accent1">
                <a:tint val="60000"/>
              </a:schemeClr>
            </a:solidFill>
            <a:prstDash val="solid"/>
            <a:round/>
            <a:headEnd type="none" w="med" len="med"/>
            <a:tailEnd type="none" w="med" len="med"/>
          </a:ln>
          <a:effectLst/>
        </p:spPr>
        <p:txBody>
          <a:bodyPr vert="horz" wrap="square" lIns="91440" tIns="45720" rIns="91440" bIns="45720" anchor="t" compatLnSpc="1"/>
          <a:lstStyle/>
          <a:p>
            <a:endParaRPr kumimoji="0" lang="en-US"/>
          </a:p>
        </p:txBody>
      </p:sp>
      <p:sp>
        <p:nvSpPr>
          <p:cNvPr id="6" name="Slide Number Placeholder 5"/>
          <p:cNvSpPr>
            <a:spLocks noGrp="1"/>
          </p:cNvSpPr>
          <p:nvPr>
            <p:ph type="sldNum" sz="quarter" idx="12"/>
          </p:nvPr>
        </p:nvSpPr>
        <p:spPr bwMode="auto">
          <a:xfrm>
            <a:off x="1340616" y="4928702"/>
            <a:ext cx="609600" cy="517524"/>
          </a:xfrm>
        </p:spPr>
        <p:txBody>
          <a:bodyPr/>
          <a:lstStyle/>
          <a:p>
            <a:fld id="{B6F15528-21DE-4FAA-801E-634DDDAF4B2B}" type="slidenum">
              <a:rPr lang="en-US" smtClean="0"/>
              <a:pPr/>
              <a:t>‹#›</a:t>
            </a:fld>
            <a:endParaRPr lang="en-US"/>
          </a:p>
        </p:txBody>
      </p:sp>
    </p:spTree>
  </p:cSld>
  <p:clrMapOvr>
    <a:overrideClrMapping bg1="dk1" tx1="lt1" bg2="dk2" tx2="lt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kumimoji="0" lang="en-US"/>
              <a:t>Click to edit Master title style</a:t>
            </a:r>
          </a:p>
        </p:txBody>
      </p:sp>
      <p:sp>
        <p:nvSpPr>
          <p:cNvPr id="5" name="Date Placeholder 4"/>
          <p:cNvSpPr>
            <a:spLocks noGrp="1"/>
          </p:cNvSpPr>
          <p:nvPr>
            <p:ph type="dt" sz="half" idx="10"/>
          </p:nvPr>
        </p:nvSpPr>
        <p:spPr/>
        <p:txBody>
          <a:bodyPr/>
          <a:lstStyle/>
          <a:p>
            <a:fld id="{1D8BD707-D9CF-40AE-B4C6-C98DA3205C09}" type="datetimeFigureOut">
              <a:rPr lang="en-US" smtClean="0"/>
              <a:pPr/>
              <a:t>10/2/2024</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
        <p:nvSpPr>
          <p:cNvPr id="9" name="Content Placeholder 8"/>
          <p:cNvSpPr>
            <a:spLocks noGrp="1"/>
          </p:cNvSpPr>
          <p:nvPr>
            <p:ph sz="quarter" idx="1"/>
          </p:nvPr>
        </p:nvSpPr>
        <p:spPr>
          <a:xfrm>
            <a:off x="457200" y="1600200"/>
            <a:ext cx="3657600" cy="4572000"/>
          </a:xfrm>
        </p:spPr>
        <p:txBody>
          <a:bodyPr/>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
        <p:nvSpPr>
          <p:cNvPr id="11" name="Content Placeholder 10"/>
          <p:cNvSpPr>
            <a:spLocks noGrp="1"/>
          </p:cNvSpPr>
          <p:nvPr>
            <p:ph sz="quarter" idx="2"/>
          </p:nvPr>
        </p:nvSpPr>
        <p:spPr>
          <a:xfrm>
            <a:off x="4270248" y="1600200"/>
            <a:ext cx="3657600" cy="4572000"/>
          </a:xfrm>
        </p:spPr>
        <p:txBody>
          <a:bodyPr/>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7543800" cy="1143000"/>
          </a:xfrm>
        </p:spPr>
        <p:txBody>
          <a:bodyPr anchor="b"/>
          <a:lstStyle>
            <a:lvl1pPr>
              <a:defRPr/>
            </a:lvl1pPr>
          </a:lstStyle>
          <a:p>
            <a:r>
              <a:rPr kumimoji="0" lang="en-US"/>
              <a:t>Click to edit Master title style</a:t>
            </a:r>
          </a:p>
        </p:txBody>
      </p:sp>
      <p:sp>
        <p:nvSpPr>
          <p:cNvPr id="7" name="Date Placeholder 6"/>
          <p:cNvSpPr>
            <a:spLocks noGrp="1"/>
          </p:cNvSpPr>
          <p:nvPr>
            <p:ph type="dt" sz="half" idx="10"/>
          </p:nvPr>
        </p:nvSpPr>
        <p:spPr/>
        <p:txBody>
          <a:bodyPr/>
          <a:lstStyle/>
          <a:p>
            <a:fld id="{1D8BD707-D9CF-40AE-B4C6-C98DA3205C09}" type="datetimeFigureOut">
              <a:rPr lang="en-US" smtClean="0"/>
              <a:pPr/>
              <a:t>10/2/2024</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
        <p:nvSpPr>
          <p:cNvPr id="11" name="Content Placeholder 10"/>
          <p:cNvSpPr>
            <a:spLocks noGrp="1"/>
          </p:cNvSpPr>
          <p:nvPr>
            <p:ph sz="quarter" idx="2"/>
          </p:nvPr>
        </p:nvSpPr>
        <p:spPr>
          <a:xfrm>
            <a:off x="457200" y="2362200"/>
            <a:ext cx="3657600" cy="3886200"/>
          </a:xfrm>
        </p:spPr>
        <p:txBody>
          <a:bodyPr/>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
        <p:nvSpPr>
          <p:cNvPr id="13" name="Content Placeholder 12"/>
          <p:cNvSpPr>
            <a:spLocks noGrp="1"/>
          </p:cNvSpPr>
          <p:nvPr>
            <p:ph sz="quarter" idx="4"/>
          </p:nvPr>
        </p:nvSpPr>
        <p:spPr>
          <a:xfrm>
            <a:off x="4371975" y="2362200"/>
            <a:ext cx="3657600" cy="3886200"/>
          </a:xfrm>
        </p:spPr>
        <p:txBody>
          <a:bodyPr/>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
        <p:nvSpPr>
          <p:cNvPr id="12" name="Text Placeholder 11"/>
          <p:cNvSpPr>
            <a:spLocks noGrp="1"/>
          </p:cNvSpPr>
          <p:nvPr>
            <p:ph type="body" sz="quarter" idx="1"/>
          </p:nvPr>
        </p:nvSpPr>
        <p:spPr>
          <a:xfrm>
            <a:off x="457200" y="1569720"/>
            <a:ext cx="3657600" cy="658368"/>
          </a:xfrm>
          <a:prstGeom prst="roundRect">
            <a:avLst>
              <a:gd name="adj" fmla="val 16667"/>
            </a:avLst>
          </a:prstGeom>
          <a:solidFill>
            <a:schemeClr val="accent1"/>
          </a:solidFill>
        </p:spPr>
        <p:txBody>
          <a:bodyPr rtlCol="0" anchor="ctr">
            <a:noAutofit/>
          </a:bodyPr>
          <a:lstStyle>
            <a:lvl1pPr marL="0" indent="0">
              <a:buFontTx/>
              <a:buNone/>
              <a:defRPr sz="2000" b="1">
                <a:solidFill>
                  <a:srgbClr val="FFFFFF"/>
                </a:solidFill>
              </a:defRPr>
            </a:lvl1pPr>
          </a:lstStyle>
          <a:p>
            <a:pPr lvl="0" eaLnBrk="1" latinLnBrk="0" hangingPunct="1"/>
            <a:r>
              <a:rPr kumimoji="0" lang="en-US"/>
              <a:t>Click to edit Master text styles</a:t>
            </a:r>
          </a:p>
        </p:txBody>
      </p:sp>
      <p:sp>
        <p:nvSpPr>
          <p:cNvPr id="14" name="Text Placeholder 13"/>
          <p:cNvSpPr>
            <a:spLocks noGrp="1"/>
          </p:cNvSpPr>
          <p:nvPr>
            <p:ph type="body" sz="quarter" idx="3"/>
          </p:nvPr>
        </p:nvSpPr>
        <p:spPr>
          <a:xfrm>
            <a:off x="4343400" y="1569720"/>
            <a:ext cx="3657600" cy="658368"/>
          </a:xfrm>
          <a:prstGeom prst="roundRect">
            <a:avLst>
              <a:gd name="adj" fmla="val 16667"/>
            </a:avLst>
          </a:prstGeom>
          <a:solidFill>
            <a:schemeClr val="accent1"/>
          </a:solidFill>
        </p:spPr>
        <p:txBody>
          <a:bodyPr rtlCol="0" anchor="ctr">
            <a:noAutofit/>
          </a:bodyPr>
          <a:lstStyle>
            <a:lvl1pPr marL="0" indent="0">
              <a:buFontTx/>
              <a:buNone/>
              <a:defRPr sz="2000" b="1">
                <a:solidFill>
                  <a:srgbClr val="FFFFFF"/>
                </a:solidFill>
              </a:defRPr>
            </a:lvl1pPr>
          </a:lstStyle>
          <a:p>
            <a:pPr lvl="0" eaLnBrk="1" latinLnBrk="0" hangingPunct="1"/>
            <a:r>
              <a:rPr kumimoji="0" lang="en-US"/>
              <a:t>Click to edit Master text styles</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kumimoji="0" lang="en-US"/>
              <a:t>Click to edit Master title style</a:t>
            </a:r>
          </a:p>
        </p:txBody>
      </p:sp>
      <p:sp>
        <p:nvSpPr>
          <p:cNvPr id="6" name="Date Placeholder 5"/>
          <p:cNvSpPr>
            <a:spLocks noGrp="1"/>
          </p:cNvSpPr>
          <p:nvPr>
            <p:ph type="dt" sz="half" idx="10"/>
          </p:nvPr>
        </p:nvSpPr>
        <p:spPr/>
        <p:txBody>
          <a:bodyPr rtlCol="0"/>
          <a:lstStyle/>
          <a:p>
            <a:fld id="{1D8BD707-D9CF-40AE-B4C6-C98DA3205C09}" type="datetimeFigureOut">
              <a:rPr lang="en-US" smtClean="0"/>
              <a:pPr/>
              <a:t>10/2/2024</a:t>
            </a:fld>
            <a:endParaRPr lang="en-US"/>
          </a:p>
        </p:txBody>
      </p:sp>
      <p:sp>
        <p:nvSpPr>
          <p:cNvPr id="7" name="Slide Number Placeholder 6"/>
          <p:cNvSpPr>
            <a:spLocks noGrp="1"/>
          </p:cNvSpPr>
          <p:nvPr>
            <p:ph type="sldNum" sz="quarter" idx="11"/>
          </p:nvPr>
        </p:nvSpPr>
        <p:spPr/>
        <p:txBody>
          <a:bodyPr rtlCol="0"/>
          <a:lstStyle/>
          <a:p>
            <a:fld id="{B6F15528-21DE-4FAA-801E-634DDDAF4B2B}" type="slidenum">
              <a:rPr lang="en-US" smtClean="0"/>
              <a:pPr/>
              <a:t>‹#›</a:t>
            </a:fld>
            <a:endParaRPr lang="en-US"/>
          </a:p>
        </p:txBody>
      </p:sp>
      <p:sp>
        <p:nvSpPr>
          <p:cNvPr id="8" name="Footer Placeholder 7"/>
          <p:cNvSpPr>
            <a:spLocks noGrp="1"/>
          </p:cNvSpPr>
          <p:nvPr>
            <p:ph type="ftr" sz="quarter" idx="12"/>
          </p:nvPr>
        </p:nvSpPr>
        <p:spPr/>
        <p:txBody>
          <a:bodyPr rtlCol="0"/>
          <a:lstStyle/>
          <a:p>
            <a:endParaRPr lang="en-US"/>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10/2/2024</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type="objTx" preserve="1">
  <p:cSld name="Content with Caption">
    <p:bg>
      <p:bgRef idx="1001">
        <a:schemeClr val="bg1"/>
      </p:bgRef>
    </p:bg>
    <p:spTree>
      <p:nvGrpSpPr>
        <p:cNvPr id="1" name=""/>
        <p:cNvGrpSpPr/>
        <p:nvPr/>
      </p:nvGrpSpPr>
      <p:grpSpPr>
        <a:xfrm>
          <a:off x="0" y="0"/>
          <a:ext cx="0" cy="0"/>
          <a:chOff x="0" y="0"/>
          <a:chExt cx="0" cy="0"/>
        </a:xfrm>
      </p:grpSpPr>
      <p:sp>
        <p:nvSpPr>
          <p:cNvPr id="10" name="Straight Connector 9"/>
          <p:cNvSpPr>
            <a:spLocks noChangeShapeType="1"/>
          </p:cNvSpPr>
          <p:nvPr/>
        </p:nvSpPr>
        <p:spPr bwMode="auto">
          <a:xfrm>
            <a:off x="8763000" y="0"/>
            <a:ext cx="0" cy="6858000"/>
          </a:xfrm>
          <a:prstGeom prst="line">
            <a:avLst/>
          </a:prstGeom>
          <a:noFill/>
          <a:ln w="38100" cap="flat" cmpd="sng" algn="ctr">
            <a:solidFill>
              <a:schemeClr val="accent1">
                <a:tint val="60000"/>
                <a:alpha val="93000"/>
              </a:schemeClr>
            </a:solidFill>
            <a:prstDash val="solid"/>
            <a:round/>
            <a:headEnd type="none" w="med" len="med"/>
            <a:tailEnd type="none" w="med" len="med"/>
          </a:ln>
          <a:effectLst/>
        </p:spPr>
        <p:txBody>
          <a:bodyPr vert="horz" wrap="square" lIns="91440" tIns="45720" rIns="91440" bIns="45720" anchor="t" compatLnSpc="1"/>
          <a:lstStyle/>
          <a:p>
            <a:endParaRPr kumimoji="0" lang="en-US" dirty="0"/>
          </a:p>
        </p:txBody>
      </p:sp>
      <p:sp>
        <p:nvSpPr>
          <p:cNvPr id="2" name="Title 1"/>
          <p:cNvSpPr>
            <a:spLocks noGrp="1"/>
          </p:cNvSpPr>
          <p:nvPr>
            <p:ph type="title"/>
          </p:nvPr>
        </p:nvSpPr>
        <p:spPr>
          <a:xfrm rot="5400000">
            <a:off x="3371850" y="3200400"/>
            <a:ext cx="6309360" cy="457200"/>
          </a:xfrm>
        </p:spPr>
        <p:txBody>
          <a:bodyPr anchor="b"/>
          <a:lstStyle>
            <a:lvl1pPr algn="l">
              <a:buNone/>
              <a:defRPr sz="2000" b="1" cap="small" baseline="0"/>
            </a:lvl1pPr>
          </a:lstStyle>
          <a:p>
            <a:r>
              <a:rPr kumimoji="0" lang="en-US"/>
              <a:t>Click to edit Master title style</a:t>
            </a:r>
          </a:p>
        </p:txBody>
      </p:sp>
      <p:sp>
        <p:nvSpPr>
          <p:cNvPr id="3" name="Text Placeholder 2"/>
          <p:cNvSpPr>
            <a:spLocks noGrp="1"/>
          </p:cNvSpPr>
          <p:nvPr>
            <p:ph type="body" idx="2"/>
          </p:nvPr>
        </p:nvSpPr>
        <p:spPr>
          <a:xfrm>
            <a:off x="6812280" y="274320"/>
            <a:ext cx="1527048" cy="4983480"/>
          </a:xfrm>
        </p:spPr>
        <p:txBody>
          <a:bodyPr/>
          <a:lstStyle>
            <a:lvl1pPr marL="0" indent="0">
              <a:spcBef>
                <a:spcPts val="400"/>
              </a:spcBef>
              <a:spcAft>
                <a:spcPts val="1000"/>
              </a:spcAft>
              <a:buNone/>
              <a:defRPr sz="1200"/>
            </a:lvl1pPr>
            <a:lvl2pPr>
              <a:buNone/>
              <a:defRPr sz="1200"/>
            </a:lvl2pPr>
            <a:lvl3pPr>
              <a:buNone/>
              <a:defRPr sz="1000"/>
            </a:lvl3pPr>
            <a:lvl4pPr>
              <a:buNone/>
              <a:defRPr sz="900"/>
            </a:lvl4pPr>
            <a:lvl5pPr>
              <a:buNone/>
              <a:defRPr sz="900"/>
            </a:lvl5pPr>
          </a:lstStyle>
          <a:p>
            <a:pPr lvl="0" eaLnBrk="1" latinLnBrk="0" hangingPunct="1"/>
            <a:r>
              <a:rPr kumimoji="0" lang="en-US"/>
              <a:t>Click to edit Master text styles</a:t>
            </a:r>
          </a:p>
        </p:txBody>
      </p:sp>
      <p:sp>
        <p:nvSpPr>
          <p:cNvPr id="8" name="Straight Connector 7"/>
          <p:cNvSpPr>
            <a:spLocks noChangeShapeType="1"/>
          </p:cNvSpPr>
          <p:nvPr/>
        </p:nvSpPr>
        <p:spPr bwMode="auto">
          <a:xfrm>
            <a:off x="6248400" y="0"/>
            <a:ext cx="0" cy="6858000"/>
          </a:xfrm>
          <a:prstGeom prst="line">
            <a:avLst/>
          </a:prstGeom>
          <a:noFill/>
          <a:ln w="38100" cap="flat" cmpd="sng" algn="ctr">
            <a:solidFill>
              <a:schemeClr val="accent1">
                <a:tint val="60000"/>
              </a:schemeClr>
            </a:solidFill>
            <a:prstDash val="solid"/>
            <a:round/>
            <a:headEnd type="none" w="med" len="med"/>
            <a:tailEnd type="none" w="med" len="med"/>
          </a:ln>
          <a:effectLst/>
        </p:spPr>
        <p:txBody>
          <a:bodyPr vert="horz" wrap="square" lIns="91440" tIns="45720" rIns="91440" bIns="45720" anchor="t" compatLnSpc="1"/>
          <a:lstStyle/>
          <a:p>
            <a:endParaRPr kumimoji="0" lang="en-US" dirty="0"/>
          </a:p>
        </p:txBody>
      </p:sp>
      <p:sp>
        <p:nvSpPr>
          <p:cNvPr id="9" name="Straight Connector 8"/>
          <p:cNvSpPr>
            <a:spLocks noChangeShapeType="1"/>
          </p:cNvSpPr>
          <p:nvPr/>
        </p:nvSpPr>
        <p:spPr bwMode="auto">
          <a:xfrm>
            <a:off x="6192296" y="0"/>
            <a:ext cx="0" cy="6858000"/>
          </a:xfrm>
          <a:prstGeom prst="line">
            <a:avLst/>
          </a:prstGeom>
          <a:noFill/>
          <a:ln w="12700" cap="flat" cmpd="sng" algn="ctr">
            <a:solidFill>
              <a:schemeClr val="accent1"/>
            </a:solidFill>
            <a:prstDash val="solid"/>
            <a:round/>
            <a:headEnd type="none" w="med" len="med"/>
            <a:tailEnd type="none" w="med" len="med"/>
          </a:ln>
          <a:effectLst/>
        </p:spPr>
        <p:txBody>
          <a:bodyPr vert="horz" wrap="square" lIns="91440" tIns="45720" rIns="91440" bIns="45720" anchor="t" compatLnSpc="1"/>
          <a:lstStyle/>
          <a:p>
            <a:endParaRPr kumimoji="0" lang="en-US" dirty="0"/>
          </a:p>
        </p:txBody>
      </p:sp>
      <p:sp>
        <p:nvSpPr>
          <p:cNvPr id="11" name="Straight Connector 10"/>
          <p:cNvSpPr>
            <a:spLocks noChangeShapeType="1"/>
          </p:cNvSpPr>
          <p:nvPr/>
        </p:nvSpPr>
        <p:spPr bwMode="auto">
          <a:xfrm>
            <a:off x="8991600" y="0"/>
            <a:ext cx="0" cy="6858000"/>
          </a:xfrm>
          <a:prstGeom prst="line">
            <a:avLst/>
          </a:prstGeom>
          <a:noFill/>
          <a:ln w="19050" cap="flat" cmpd="sng" algn="ctr">
            <a:solidFill>
              <a:schemeClr val="accent1"/>
            </a:solidFill>
            <a:prstDash val="solid"/>
            <a:round/>
            <a:headEnd type="none" w="med" len="med"/>
            <a:tailEnd type="none" w="med" len="med"/>
          </a:ln>
          <a:effectLst/>
        </p:spPr>
        <p:txBody>
          <a:bodyPr vert="horz" wrap="square" lIns="91440" tIns="45720" rIns="91440" bIns="45720" anchor="t" compatLnSpc="1"/>
          <a:lstStyle/>
          <a:p>
            <a:endParaRPr kumimoji="0" lang="en-US"/>
          </a:p>
        </p:txBody>
      </p:sp>
      <p:sp>
        <p:nvSpPr>
          <p:cNvPr id="12" name="Rectangle 11"/>
          <p:cNvSpPr/>
          <p:nvPr/>
        </p:nvSpPr>
        <p:spPr bwMode="auto">
          <a:xfrm>
            <a:off x="8839200" y="0"/>
            <a:ext cx="304800" cy="6858000"/>
          </a:xfrm>
          <a:prstGeom prst="rect">
            <a:avLst/>
          </a:prstGeom>
          <a:solidFill>
            <a:schemeClr val="accent1">
              <a:tint val="60000"/>
              <a:alpha val="87000"/>
            </a:schemeClr>
          </a:solidFill>
          <a:ln w="381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13" name="Straight Connector 12"/>
          <p:cNvSpPr>
            <a:spLocks noChangeShapeType="1"/>
          </p:cNvSpPr>
          <p:nvPr/>
        </p:nvSpPr>
        <p:spPr bwMode="auto">
          <a:xfrm>
            <a:off x="8915400" y="0"/>
            <a:ext cx="0" cy="6858000"/>
          </a:xfrm>
          <a:prstGeom prst="line">
            <a:avLst/>
          </a:prstGeom>
          <a:noFill/>
          <a:ln w="9525" cap="flat" cmpd="sng" algn="ctr">
            <a:solidFill>
              <a:schemeClr val="accent1"/>
            </a:solidFill>
            <a:prstDash val="solid"/>
            <a:round/>
            <a:headEnd type="none" w="med" len="med"/>
            <a:tailEnd type="none" w="med" len="med"/>
          </a:ln>
          <a:effectLst/>
        </p:spPr>
        <p:txBody>
          <a:bodyPr vert="horz" wrap="square" lIns="91440" tIns="45720" rIns="91440" bIns="45720" anchor="t" compatLnSpc="1"/>
          <a:lstStyle/>
          <a:p>
            <a:endParaRPr kumimoji="0" lang="en-US"/>
          </a:p>
        </p:txBody>
      </p:sp>
      <p:sp>
        <p:nvSpPr>
          <p:cNvPr id="14" name="Oval 13"/>
          <p:cNvSpPr/>
          <p:nvPr/>
        </p:nvSpPr>
        <p:spPr>
          <a:xfrm>
            <a:off x="8156448" y="5715000"/>
            <a:ext cx="548640" cy="548640"/>
          </a:xfrm>
          <a:prstGeom prst="ellipse">
            <a:avLst/>
          </a:prstGeom>
          <a:ln w="381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dirty="0"/>
          </a:p>
        </p:txBody>
      </p:sp>
      <p:sp>
        <p:nvSpPr>
          <p:cNvPr id="18" name="Content Placeholder 17"/>
          <p:cNvSpPr>
            <a:spLocks noGrp="1"/>
          </p:cNvSpPr>
          <p:nvPr>
            <p:ph sz="quarter" idx="1"/>
          </p:nvPr>
        </p:nvSpPr>
        <p:spPr>
          <a:xfrm>
            <a:off x="304800" y="274320"/>
            <a:ext cx="5638800" cy="6327648"/>
          </a:xfrm>
        </p:spPr>
        <p:txBody>
          <a:bodyPr/>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
        <p:nvSpPr>
          <p:cNvPr id="21" name="Date Placeholder 20"/>
          <p:cNvSpPr>
            <a:spLocks noGrp="1"/>
          </p:cNvSpPr>
          <p:nvPr>
            <p:ph type="dt" sz="half" idx="14"/>
          </p:nvPr>
        </p:nvSpPr>
        <p:spPr/>
        <p:txBody>
          <a:bodyPr rtlCol="0"/>
          <a:lstStyle/>
          <a:p>
            <a:fld id="{1D8BD707-D9CF-40AE-B4C6-C98DA3205C09}" type="datetimeFigureOut">
              <a:rPr lang="en-US" smtClean="0"/>
              <a:pPr/>
              <a:t>10/2/2024</a:t>
            </a:fld>
            <a:endParaRPr lang="en-US"/>
          </a:p>
        </p:txBody>
      </p:sp>
      <p:sp>
        <p:nvSpPr>
          <p:cNvPr id="22" name="Slide Number Placeholder 21"/>
          <p:cNvSpPr>
            <a:spLocks noGrp="1"/>
          </p:cNvSpPr>
          <p:nvPr>
            <p:ph type="sldNum" sz="quarter" idx="15"/>
          </p:nvPr>
        </p:nvSpPr>
        <p:spPr/>
        <p:txBody>
          <a:bodyPr rtlCol="0"/>
          <a:lstStyle/>
          <a:p>
            <a:fld id="{B6F15528-21DE-4FAA-801E-634DDDAF4B2B}" type="slidenum">
              <a:rPr lang="en-US" smtClean="0"/>
              <a:pPr/>
              <a:t>‹#›</a:t>
            </a:fld>
            <a:endParaRPr lang="en-US"/>
          </a:p>
        </p:txBody>
      </p:sp>
      <p:sp>
        <p:nvSpPr>
          <p:cNvPr id="23" name="Footer Placeholder 22"/>
          <p:cNvSpPr>
            <a:spLocks noGrp="1"/>
          </p:cNvSpPr>
          <p:nvPr>
            <p:ph type="ftr" sz="quarter" idx="16"/>
          </p:nvPr>
        </p:nvSpPr>
        <p:spPr/>
        <p:txBody>
          <a:bodyPr rtlCol="0"/>
          <a:lstStyle/>
          <a:p>
            <a:endParaRPr lang="en-US"/>
          </a:p>
        </p:txBody>
      </p:sp>
    </p:spTree>
  </p:cSld>
  <p:clrMapOvr>
    <a:overrideClrMapping bg1="lt1" tx1="dk1" bg2="lt2" tx2="dk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picTx" preserve="1">
  <p:cSld name="Picture with Caption">
    <p:spTree>
      <p:nvGrpSpPr>
        <p:cNvPr id="1" name=""/>
        <p:cNvGrpSpPr/>
        <p:nvPr/>
      </p:nvGrpSpPr>
      <p:grpSpPr>
        <a:xfrm>
          <a:off x="0" y="0"/>
          <a:ext cx="0" cy="0"/>
          <a:chOff x="0" y="0"/>
          <a:chExt cx="0" cy="0"/>
        </a:xfrm>
      </p:grpSpPr>
      <p:sp>
        <p:nvSpPr>
          <p:cNvPr id="9" name="Straight Connector 8"/>
          <p:cNvSpPr>
            <a:spLocks noChangeShapeType="1"/>
          </p:cNvSpPr>
          <p:nvPr/>
        </p:nvSpPr>
        <p:spPr bwMode="auto">
          <a:xfrm>
            <a:off x="8763000" y="0"/>
            <a:ext cx="0" cy="6858000"/>
          </a:xfrm>
          <a:prstGeom prst="line">
            <a:avLst/>
          </a:prstGeom>
          <a:noFill/>
          <a:ln w="38100" cap="flat" cmpd="sng" algn="ctr">
            <a:solidFill>
              <a:schemeClr val="accent1">
                <a:tint val="60000"/>
              </a:schemeClr>
            </a:solidFill>
            <a:prstDash val="solid"/>
            <a:round/>
            <a:headEnd type="none" w="med" len="med"/>
            <a:tailEnd type="none" w="med" len="med"/>
          </a:ln>
          <a:effectLst/>
        </p:spPr>
        <p:txBody>
          <a:bodyPr vert="horz" wrap="square" lIns="91440" tIns="45720" rIns="91440" bIns="45720" anchor="t" compatLnSpc="1"/>
          <a:lstStyle/>
          <a:p>
            <a:endParaRPr kumimoji="0" lang="en-US"/>
          </a:p>
        </p:txBody>
      </p:sp>
      <p:sp>
        <p:nvSpPr>
          <p:cNvPr id="13" name="Oval 12"/>
          <p:cNvSpPr/>
          <p:nvPr/>
        </p:nvSpPr>
        <p:spPr>
          <a:xfrm>
            <a:off x="8156448" y="5715000"/>
            <a:ext cx="548640" cy="548640"/>
          </a:xfrm>
          <a:prstGeom prst="ellipse">
            <a:avLst/>
          </a:prstGeom>
          <a:ln w="381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dirty="0"/>
          </a:p>
        </p:txBody>
      </p:sp>
      <p:sp>
        <p:nvSpPr>
          <p:cNvPr id="2" name="Title 1"/>
          <p:cNvSpPr>
            <a:spLocks noGrp="1"/>
          </p:cNvSpPr>
          <p:nvPr>
            <p:ph type="title"/>
          </p:nvPr>
        </p:nvSpPr>
        <p:spPr>
          <a:xfrm rot="5400000">
            <a:off x="3350133" y="3200400"/>
            <a:ext cx="6309360" cy="457200"/>
          </a:xfrm>
        </p:spPr>
        <p:txBody>
          <a:bodyPr anchor="b"/>
          <a:lstStyle>
            <a:lvl1pPr algn="l">
              <a:buNone/>
              <a:defRPr sz="2000" b="1"/>
            </a:lvl1pPr>
          </a:lstStyle>
          <a:p>
            <a:r>
              <a:rPr kumimoji="0" lang="en-US"/>
              <a:t>Click to edit Master title style</a:t>
            </a:r>
          </a:p>
        </p:txBody>
      </p:sp>
      <p:sp>
        <p:nvSpPr>
          <p:cNvPr id="3" name="Picture Placeholder 2"/>
          <p:cNvSpPr>
            <a:spLocks noGrp="1"/>
          </p:cNvSpPr>
          <p:nvPr>
            <p:ph type="pic" idx="1"/>
          </p:nvPr>
        </p:nvSpPr>
        <p:spPr>
          <a:xfrm>
            <a:off x="0" y="0"/>
            <a:ext cx="6172200" cy="6858000"/>
          </a:xfrm>
          <a:solidFill>
            <a:schemeClr val="bg2"/>
          </a:solidFill>
          <a:ln w="1270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lstStyle>
            <a:lvl1pPr marL="0" indent="0">
              <a:buNone/>
              <a:defRPr sz="3200"/>
            </a:lvl1pPr>
          </a:lstStyle>
          <a:p>
            <a:pPr algn="ctr" eaLnBrk="1" latinLnBrk="0" hangingPunct="1">
              <a:buFontTx/>
              <a:buNone/>
            </a:pPr>
            <a:r>
              <a:rPr kumimoji="0" lang="en-US"/>
              <a:t>Click icon to add picture</a:t>
            </a:r>
            <a:endParaRPr kumimoji="0" lang="en-US" dirty="0"/>
          </a:p>
        </p:txBody>
      </p:sp>
      <p:sp>
        <p:nvSpPr>
          <p:cNvPr id="4" name="Text Placeholder 3"/>
          <p:cNvSpPr>
            <a:spLocks noGrp="1"/>
          </p:cNvSpPr>
          <p:nvPr>
            <p:ph type="body" sz="half" idx="2"/>
          </p:nvPr>
        </p:nvSpPr>
        <p:spPr>
          <a:xfrm>
            <a:off x="6765798" y="264795"/>
            <a:ext cx="1524000" cy="4956048"/>
          </a:xfrm>
        </p:spPr>
        <p:txBody>
          <a:bodyPr rot="0" spcFirstLastPara="0" vertOverflow="overflow" horzOverflow="overflow" vert="horz" wrap="square" lIns="91440" tIns="45720" rIns="91440" bIns="45720" numCol="1" spcCol="274320" rtlCol="0" fromWordArt="0" anchor="t" anchorCtr="0" forceAA="0" compatLnSpc="1">
            <a:normAutofit/>
          </a:bodyPr>
          <a:lstStyle>
            <a:lvl1pPr marL="0" indent="0">
              <a:spcBef>
                <a:spcPts val="100"/>
              </a:spcBef>
              <a:spcAft>
                <a:spcPts val="400"/>
              </a:spcAft>
              <a:buFontTx/>
              <a:buNone/>
              <a:defRPr sz="1200"/>
            </a:lvl1pPr>
            <a:lvl2pPr>
              <a:defRPr sz="1200"/>
            </a:lvl2pPr>
            <a:lvl3pPr>
              <a:defRPr sz="1000"/>
            </a:lvl3pPr>
            <a:lvl4pPr>
              <a:defRPr sz="900"/>
            </a:lvl4pPr>
            <a:lvl5pPr>
              <a:defRPr sz="900"/>
            </a:lvl5pPr>
          </a:lstStyle>
          <a:p>
            <a:pPr lvl="0" eaLnBrk="1" latinLnBrk="0" hangingPunct="1"/>
            <a:r>
              <a:rPr kumimoji="0" lang="en-US"/>
              <a:t>Click to edit Master text styles</a:t>
            </a:r>
          </a:p>
        </p:txBody>
      </p:sp>
      <p:sp>
        <p:nvSpPr>
          <p:cNvPr id="10" name="Straight Connector 9"/>
          <p:cNvSpPr>
            <a:spLocks noChangeShapeType="1"/>
          </p:cNvSpPr>
          <p:nvPr/>
        </p:nvSpPr>
        <p:spPr bwMode="auto">
          <a:xfrm>
            <a:off x="8991600" y="0"/>
            <a:ext cx="0" cy="6858000"/>
          </a:xfrm>
          <a:prstGeom prst="line">
            <a:avLst/>
          </a:prstGeom>
          <a:noFill/>
          <a:ln w="9525" cap="flat" cmpd="sng" algn="ctr">
            <a:solidFill>
              <a:schemeClr val="tx1"/>
            </a:solidFill>
            <a:prstDash val="solid"/>
            <a:round/>
            <a:headEnd type="none" w="med" len="med"/>
            <a:tailEnd type="none" w="med" len="med"/>
          </a:ln>
          <a:effectLst/>
        </p:spPr>
        <p:txBody>
          <a:bodyPr vert="horz" wrap="square" lIns="91440" tIns="45720" rIns="91440" bIns="45720" anchor="t" compatLnSpc="1"/>
          <a:lstStyle/>
          <a:p>
            <a:endParaRPr kumimoji="0" lang="en-US"/>
          </a:p>
        </p:txBody>
      </p:sp>
      <p:sp>
        <p:nvSpPr>
          <p:cNvPr id="11" name="Rectangle 10"/>
          <p:cNvSpPr/>
          <p:nvPr/>
        </p:nvSpPr>
        <p:spPr bwMode="auto">
          <a:xfrm>
            <a:off x="8839200" y="0"/>
            <a:ext cx="304800" cy="6858000"/>
          </a:xfrm>
          <a:prstGeom prst="rect">
            <a:avLst/>
          </a:prstGeom>
          <a:solidFill>
            <a:schemeClr val="accent1">
              <a:tint val="60000"/>
            </a:schemeClr>
          </a:solidFill>
          <a:ln w="381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12" name="Straight Connector 11"/>
          <p:cNvSpPr>
            <a:spLocks noChangeShapeType="1"/>
          </p:cNvSpPr>
          <p:nvPr/>
        </p:nvSpPr>
        <p:spPr bwMode="auto">
          <a:xfrm>
            <a:off x="8915400" y="0"/>
            <a:ext cx="0" cy="6858000"/>
          </a:xfrm>
          <a:prstGeom prst="line">
            <a:avLst/>
          </a:prstGeom>
          <a:noFill/>
          <a:ln w="9525" cap="flat" cmpd="sng" algn="ctr">
            <a:solidFill>
              <a:schemeClr val="accent1"/>
            </a:solidFill>
            <a:prstDash val="solid"/>
            <a:round/>
            <a:headEnd type="none" w="med" len="med"/>
            <a:tailEnd type="none" w="med" len="med"/>
          </a:ln>
          <a:effectLst/>
        </p:spPr>
        <p:txBody>
          <a:bodyPr vert="horz" wrap="square" lIns="91440" tIns="45720" rIns="91440" bIns="45720" anchor="t" compatLnSpc="1"/>
          <a:lstStyle/>
          <a:p>
            <a:endParaRPr kumimoji="0" lang="en-US"/>
          </a:p>
        </p:txBody>
      </p:sp>
      <p:sp>
        <p:nvSpPr>
          <p:cNvPr id="19" name="Straight Connector 18"/>
          <p:cNvSpPr>
            <a:spLocks noChangeShapeType="1"/>
          </p:cNvSpPr>
          <p:nvPr/>
        </p:nvSpPr>
        <p:spPr bwMode="auto">
          <a:xfrm>
            <a:off x="6248400" y="0"/>
            <a:ext cx="0" cy="6858000"/>
          </a:xfrm>
          <a:prstGeom prst="line">
            <a:avLst/>
          </a:prstGeom>
          <a:noFill/>
          <a:ln w="38100" cap="flat" cmpd="sng" algn="ctr">
            <a:solidFill>
              <a:schemeClr val="accent1">
                <a:tint val="60000"/>
              </a:schemeClr>
            </a:solidFill>
            <a:prstDash val="solid"/>
            <a:round/>
            <a:headEnd type="none" w="med" len="med"/>
            <a:tailEnd type="none" w="med" len="med"/>
          </a:ln>
          <a:effectLst/>
        </p:spPr>
        <p:txBody>
          <a:bodyPr vert="horz" wrap="square" lIns="91440" tIns="45720" rIns="91440" bIns="45720" anchor="t" compatLnSpc="1"/>
          <a:lstStyle/>
          <a:p>
            <a:endParaRPr kumimoji="0" lang="en-US" dirty="0"/>
          </a:p>
        </p:txBody>
      </p:sp>
      <p:sp>
        <p:nvSpPr>
          <p:cNvPr id="20" name="Straight Connector 19"/>
          <p:cNvSpPr>
            <a:spLocks noChangeShapeType="1"/>
          </p:cNvSpPr>
          <p:nvPr/>
        </p:nvSpPr>
        <p:spPr bwMode="auto">
          <a:xfrm>
            <a:off x="6192296" y="0"/>
            <a:ext cx="0" cy="6858000"/>
          </a:xfrm>
          <a:prstGeom prst="line">
            <a:avLst/>
          </a:prstGeom>
          <a:noFill/>
          <a:ln w="12700" cap="flat" cmpd="sng" algn="ctr">
            <a:solidFill>
              <a:schemeClr val="accent1"/>
            </a:solidFill>
            <a:prstDash val="solid"/>
            <a:round/>
            <a:headEnd type="none" w="med" len="med"/>
            <a:tailEnd type="none" w="med" len="med"/>
          </a:ln>
          <a:effectLst/>
        </p:spPr>
        <p:txBody>
          <a:bodyPr vert="horz" wrap="square" lIns="91440" tIns="45720" rIns="91440" bIns="45720" anchor="t" compatLnSpc="1"/>
          <a:lstStyle/>
          <a:p>
            <a:endParaRPr kumimoji="0" lang="en-US" dirty="0"/>
          </a:p>
        </p:txBody>
      </p:sp>
      <p:sp>
        <p:nvSpPr>
          <p:cNvPr id="17" name="Date Placeholder 16"/>
          <p:cNvSpPr>
            <a:spLocks noGrp="1"/>
          </p:cNvSpPr>
          <p:nvPr>
            <p:ph type="dt" sz="half" idx="10"/>
          </p:nvPr>
        </p:nvSpPr>
        <p:spPr/>
        <p:txBody>
          <a:bodyPr rtlCol="0"/>
          <a:lstStyle/>
          <a:p>
            <a:fld id="{1D8BD707-D9CF-40AE-B4C6-C98DA3205C09}" type="datetimeFigureOut">
              <a:rPr lang="en-US" smtClean="0"/>
              <a:pPr/>
              <a:t>10/2/2024</a:t>
            </a:fld>
            <a:endParaRPr lang="en-US"/>
          </a:p>
        </p:txBody>
      </p:sp>
      <p:sp>
        <p:nvSpPr>
          <p:cNvPr id="18" name="Slide Number Placeholder 17"/>
          <p:cNvSpPr>
            <a:spLocks noGrp="1"/>
          </p:cNvSpPr>
          <p:nvPr>
            <p:ph type="sldNum" sz="quarter" idx="11"/>
          </p:nvPr>
        </p:nvSpPr>
        <p:spPr/>
        <p:txBody>
          <a:bodyPr rtlCol="0"/>
          <a:lstStyle/>
          <a:p>
            <a:fld id="{B6F15528-21DE-4FAA-801E-634DDDAF4B2B}" type="slidenum">
              <a:rPr lang="en-US" smtClean="0"/>
              <a:pPr/>
              <a:t>‹#›</a:t>
            </a:fld>
            <a:endParaRPr lang="en-US"/>
          </a:p>
        </p:txBody>
      </p:sp>
      <p:sp>
        <p:nvSpPr>
          <p:cNvPr id="21" name="Footer Placeholder 20"/>
          <p:cNvSpPr>
            <a:spLocks noGrp="1"/>
          </p:cNvSpPr>
          <p:nvPr>
            <p:ph type="ftr" sz="quarter" idx="12"/>
          </p:nvPr>
        </p:nvSpPr>
        <p:spPr/>
        <p:txBody>
          <a:bodyPr rtlCol="0"/>
          <a:lstStyle/>
          <a:p>
            <a:endParaRPr lang="en-US"/>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kumimoji="0" lang="en-US"/>
              <a:t>Click to edit Master title style</a:t>
            </a:r>
          </a:p>
        </p:txBody>
      </p:sp>
      <p:sp>
        <p:nvSpPr>
          <p:cNvPr id="3" name="Vertical Text Placeholder 2"/>
          <p:cNvSpPr>
            <a:spLocks noGrp="1"/>
          </p:cNvSpPr>
          <p:nvPr>
            <p:ph type="body" orient="vert" idx="1"/>
          </p:nvPr>
        </p:nvSpPr>
        <p:spPr/>
        <p:txBody>
          <a:bodyPr vert="eaVert"/>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
        <p:nvSpPr>
          <p:cNvPr id="4" name="Date Placeholder 3"/>
          <p:cNvSpPr>
            <a:spLocks noGrp="1"/>
          </p:cNvSpPr>
          <p:nvPr>
            <p:ph type="dt" sz="half" idx="10"/>
          </p:nvPr>
        </p:nvSpPr>
        <p:spPr/>
        <p:txBody>
          <a:bodyPr/>
          <a:lstStyle/>
          <a:p>
            <a:fld id="{1D8BD707-D9CF-40AE-B4C6-C98DA3205C09}" type="datetimeFigureOut">
              <a:rPr lang="en-US" smtClean="0"/>
              <a:pPr/>
              <a:t>10/2/2024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9"/>
            <a:ext cx="1676400" cy="5851525"/>
          </a:xfrm>
        </p:spPr>
        <p:txBody>
          <a:bodyPr vert="eaVert"/>
          <a:lstStyle/>
          <a:p>
            <a:r>
              <a:rPr kumimoji="0"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
        <p:nvSpPr>
          <p:cNvPr id="4" name="Date Placeholder 3"/>
          <p:cNvSpPr>
            <a:spLocks noGrp="1"/>
          </p:cNvSpPr>
          <p:nvPr>
            <p:ph type="dt" sz="half" idx="10"/>
          </p:nvPr>
        </p:nvSpPr>
        <p:spPr/>
        <p:txBody>
          <a:bodyPr/>
          <a:lstStyle/>
          <a:p>
            <a:fld id="{1D8BD707-D9CF-40AE-B4C6-C98DA3205C09}" type="datetimeFigureOut">
              <a:rPr lang="en-US" smtClean="0"/>
              <a:pPr/>
              <a:t>10/2/2024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16" name="Straight Connector 15"/>
          <p:cNvSpPr>
            <a:spLocks noChangeShapeType="1"/>
          </p:cNvSpPr>
          <p:nvPr/>
        </p:nvSpPr>
        <p:spPr bwMode="auto">
          <a:xfrm>
            <a:off x="8763000" y="0"/>
            <a:ext cx="0" cy="6858000"/>
          </a:xfrm>
          <a:prstGeom prst="line">
            <a:avLst/>
          </a:prstGeom>
          <a:noFill/>
          <a:ln w="38100" cap="flat" cmpd="sng" algn="ctr">
            <a:solidFill>
              <a:schemeClr val="accent1">
                <a:tint val="60000"/>
                <a:alpha val="93000"/>
              </a:schemeClr>
            </a:solidFill>
            <a:prstDash val="solid"/>
            <a:round/>
            <a:headEnd type="none" w="med" len="med"/>
            <a:tailEnd type="none" w="med" len="med"/>
          </a:ln>
          <a:effectLst/>
        </p:spPr>
        <p:txBody>
          <a:bodyPr vert="horz" wrap="square" lIns="91440" tIns="45720" rIns="91440" bIns="45720" anchor="t" compatLnSpc="1"/>
          <a:lstStyle/>
          <a:p>
            <a:endParaRPr kumimoji="0" lang="en-US" dirty="0"/>
          </a:p>
        </p:txBody>
      </p:sp>
      <p:sp>
        <p:nvSpPr>
          <p:cNvPr id="22" name="Title Placeholder 21"/>
          <p:cNvSpPr>
            <a:spLocks noGrp="1"/>
          </p:cNvSpPr>
          <p:nvPr>
            <p:ph type="title"/>
          </p:nvPr>
        </p:nvSpPr>
        <p:spPr>
          <a:xfrm>
            <a:off x="457200" y="274638"/>
            <a:ext cx="7467600" cy="1143000"/>
          </a:xfrm>
          <a:prstGeom prst="rect">
            <a:avLst/>
          </a:prstGeom>
        </p:spPr>
        <p:txBody>
          <a:bodyPr vert="horz" anchor="b">
            <a:normAutofit/>
          </a:bodyPr>
          <a:lstStyle/>
          <a:p>
            <a:r>
              <a:rPr kumimoji="0" lang="en-US"/>
              <a:t>Click to edit Master title style</a:t>
            </a:r>
          </a:p>
        </p:txBody>
      </p:sp>
      <p:sp>
        <p:nvSpPr>
          <p:cNvPr id="13" name="Text Placeholder 12"/>
          <p:cNvSpPr>
            <a:spLocks noGrp="1"/>
          </p:cNvSpPr>
          <p:nvPr>
            <p:ph type="body" idx="1"/>
          </p:nvPr>
        </p:nvSpPr>
        <p:spPr>
          <a:xfrm>
            <a:off x="457200" y="1600200"/>
            <a:ext cx="7467600" cy="4873752"/>
          </a:xfrm>
          <a:prstGeom prst="rect">
            <a:avLst/>
          </a:prstGeom>
        </p:spPr>
        <p:txBody>
          <a:bodyPr vert="horz">
            <a:normAutofit/>
          </a:bodyPr>
          <a:lstStyle/>
          <a:p>
            <a:pPr lvl="0" eaLnBrk="1" latinLnBrk="0" hangingPunct="1"/>
            <a:r>
              <a:rPr kumimoji="0" lang="en-US"/>
              <a:t>Click to edit Master text styles</a:t>
            </a:r>
          </a:p>
          <a:p>
            <a:pPr lvl="1" eaLnBrk="1" latinLnBrk="0" hangingPunct="1"/>
            <a:r>
              <a:rPr kumimoji="0" lang="en-US"/>
              <a:t>Second level</a:t>
            </a:r>
          </a:p>
          <a:p>
            <a:pPr lvl="2" eaLnBrk="1" latinLnBrk="0" hangingPunct="1"/>
            <a:r>
              <a:rPr kumimoji="0" lang="en-US"/>
              <a:t>Third level</a:t>
            </a:r>
          </a:p>
          <a:p>
            <a:pPr lvl="3" eaLnBrk="1" latinLnBrk="0" hangingPunct="1"/>
            <a:r>
              <a:rPr kumimoji="0" lang="en-US"/>
              <a:t>Fourth level</a:t>
            </a:r>
          </a:p>
          <a:p>
            <a:pPr lvl="4" eaLnBrk="1" latinLnBrk="0" hangingPunct="1"/>
            <a:r>
              <a:rPr kumimoji="0" lang="en-US"/>
              <a:t>Fifth level</a:t>
            </a:r>
          </a:p>
        </p:txBody>
      </p:sp>
      <p:sp>
        <p:nvSpPr>
          <p:cNvPr id="14" name="Date Placeholder 13"/>
          <p:cNvSpPr>
            <a:spLocks noGrp="1"/>
          </p:cNvSpPr>
          <p:nvPr>
            <p:ph type="dt" sz="half" idx="2"/>
          </p:nvPr>
        </p:nvSpPr>
        <p:spPr>
          <a:xfrm rot="5400000">
            <a:off x="7589520" y="1081851"/>
            <a:ext cx="2011680" cy="384048"/>
          </a:xfrm>
          <a:prstGeom prst="rect">
            <a:avLst/>
          </a:prstGeom>
        </p:spPr>
        <p:txBody>
          <a:bodyPr vert="horz" anchor="ctr" anchorCtr="0"/>
          <a:lstStyle>
            <a:lvl1pPr algn="r" eaLnBrk="1" latinLnBrk="0" hangingPunct="1">
              <a:defRPr kumimoji="0" sz="1200">
                <a:solidFill>
                  <a:schemeClr val="tx2"/>
                </a:solidFill>
              </a:defRPr>
            </a:lvl1pPr>
          </a:lstStyle>
          <a:p>
            <a:fld id="{1D8BD707-D9CF-40AE-B4C6-C98DA3205C09}" type="datetimeFigureOut">
              <a:rPr lang="en-US" smtClean="0"/>
              <a:pPr/>
              <a:t>10/2/2024</a:t>
            </a:fld>
            <a:endParaRPr lang="en-US"/>
          </a:p>
        </p:txBody>
      </p:sp>
      <p:sp>
        <p:nvSpPr>
          <p:cNvPr id="3" name="Footer Placeholder 2"/>
          <p:cNvSpPr>
            <a:spLocks noGrp="1"/>
          </p:cNvSpPr>
          <p:nvPr>
            <p:ph type="ftr" sz="quarter" idx="3"/>
          </p:nvPr>
        </p:nvSpPr>
        <p:spPr>
          <a:xfrm rot="5400000">
            <a:off x="6990186" y="3737240"/>
            <a:ext cx="3200400" cy="365760"/>
          </a:xfrm>
          <a:prstGeom prst="rect">
            <a:avLst/>
          </a:prstGeom>
        </p:spPr>
        <p:txBody>
          <a:bodyPr vert="horz" anchor="ctr" anchorCtr="0"/>
          <a:lstStyle>
            <a:lvl1pPr algn="l" eaLnBrk="1" latinLnBrk="0" hangingPunct="1">
              <a:defRPr kumimoji="0" sz="1200">
                <a:solidFill>
                  <a:schemeClr val="tx2"/>
                </a:solidFill>
              </a:defRPr>
            </a:lvl1pPr>
          </a:lstStyle>
          <a:p>
            <a:endParaRPr lang="en-US"/>
          </a:p>
        </p:txBody>
      </p:sp>
      <p:sp>
        <p:nvSpPr>
          <p:cNvPr id="7" name="Straight Connector 6"/>
          <p:cNvSpPr>
            <a:spLocks noChangeShapeType="1"/>
          </p:cNvSpPr>
          <p:nvPr/>
        </p:nvSpPr>
        <p:spPr bwMode="auto">
          <a:xfrm>
            <a:off x="76200" y="0"/>
            <a:ext cx="0" cy="6858000"/>
          </a:xfrm>
          <a:prstGeom prst="line">
            <a:avLst/>
          </a:prstGeom>
          <a:noFill/>
          <a:ln w="57150" cap="flat" cmpd="thickThin" algn="ctr">
            <a:solidFill>
              <a:schemeClr val="accent1">
                <a:tint val="60000"/>
              </a:schemeClr>
            </a:solidFill>
            <a:prstDash val="solid"/>
            <a:round/>
            <a:headEnd type="none" w="med" len="med"/>
            <a:tailEnd type="none" w="med" len="med"/>
          </a:ln>
          <a:effectLst/>
        </p:spPr>
        <p:txBody>
          <a:bodyPr vert="horz" wrap="square" lIns="91440" tIns="45720" rIns="91440" bIns="45720" anchor="t" compatLnSpc="1"/>
          <a:lstStyle/>
          <a:p>
            <a:endParaRPr kumimoji="0" lang="en-US"/>
          </a:p>
        </p:txBody>
      </p:sp>
      <p:sp>
        <p:nvSpPr>
          <p:cNvPr id="9" name="Straight Connector 8"/>
          <p:cNvSpPr>
            <a:spLocks noChangeShapeType="1"/>
          </p:cNvSpPr>
          <p:nvPr/>
        </p:nvSpPr>
        <p:spPr bwMode="auto">
          <a:xfrm>
            <a:off x="8991600" y="0"/>
            <a:ext cx="0" cy="6858000"/>
          </a:xfrm>
          <a:prstGeom prst="line">
            <a:avLst/>
          </a:prstGeom>
          <a:noFill/>
          <a:ln w="19050" cap="flat" cmpd="sng" algn="ctr">
            <a:solidFill>
              <a:schemeClr val="accent1"/>
            </a:solidFill>
            <a:prstDash val="solid"/>
            <a:round/>
            <a:headEnd type="none" w="med" len="med"/>
            <a:tailEnd type="none" w="med" len="med"/>
          </a:ln>
          <a:effectLst/>
        </p:spPr>
        <p:txBody>
          <a:bodyPr vert="horz" wrap="square" lIns="91440" tIns="45720" rIns="91440" bIns="45720" anchor="t" compatLnSpc="1"/>
          <a:lstStyle/>
          <a:p>
            <a:endParaRPr kumimoji="0" lang="en-US"/>
          </a:p>
        </p:txBody>
      </p:sp>
      <p:sp>
        <p:nvSpPr>
          <p:cNvPr id="10" name="Rectangle 9"/>
          <p:cNvSpPr/>
          <p:nvPr/>
        </p:nvSpPr>
        <p:spPr bwMode="auto">
          <a:xfrm>
            <a:off x="8839200" y="0"/>
            <a:ext cx="304800" cy="6858000"/>
          </a:xfrm>
          <a:prstGeom prst="rect">
            <a:avLst/>
          </a:prstGeom>
          <a:solidFill>
            <a:schemeClr val="accent1">
              <a:tint val="60000"/>
              <a:alpha val="87000"/>
            </a:schemeClr>
          </a:solidFill>
          <a:ln w="381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11" name="Straight Connector 10"/>
          <p:cNvSpPr>
            <a:spLocks noChangeShapeType="1"/>
          </p:cNvSpPr>
          <p:nvPr/>
        </p:nvSpPr>
        <p:spPr bwMode="auto">
          <a:xfrm>
            <a:off x="8915400" y="0"/>
            <a:ext cx="0" cy="6858000"/>
          </a:xfrm>
          <a:prstGeom prst="line">
            <a:avLst/>
          </a:prstGeom>
          <a:noFill/>
          <a:ln w="9525" cap="flat" cmpd="sng" algn="ctr">
            <a:solidFill>
              <a:schemeClr val="accent1"/>
            </a:solidFill>
            <a:prstDash val="solid"/>
            <a:round/>
            <a:headEnd type="none" w="med" len="med"/>
            <a:tailEnd type="none" w="med" len="med"/>
          </a:ln>
          <a:effectLst/>
        </p:spPr>
        <p:txBody>
          <a:bodyPr vert="horz" wrap="square" lIns="91440" tIns="45720" rIns="91440" bIns="45720" anchor="t" compatLnSpc="1"/>
          <a:lstStyle/>
          <a:p>
            <a:endParaRPr kumimoji="0" lang="en-US"/>
          </a:p>
        </p:txBody>
      </p:sp>
      <p:sp>
        <p:nvSpPr>
          <p:cNvPr id="12" name="Oval 11"/>
          <p:cNvSpPr/>
          <p:nvPr/>
        </p:nvSpPr>
        <p:spPr>
          <a:xfrm>
            <a:off x="8156448" y="5715000"/>
            <a:ext cx="548640" cy="548640"/>
          </a:xfrm>
          <a:prstGeom prst="ellipse">
            <a:avLst/>
          </a:prstGeom>
          <a:ln w="381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dirty="0"/>
          </a:p>
        </p:txBody>
      </p:sp>
      <p:sp>
        <p:nvSpPr>
          <p:cNvPr id="23" name="Slide Number Placeholder 22"/>
          <p:cNvSpPr>
            <a:spLocks noGrp="1"/>
          </p:cNvSpPr>
          <p:nvPr>
            <p:ph type="sldNum" sz="quarter" idx="4"/>
          </p:nvPr>
        </p:nvSpPr>
        <p:spPr>
          <a:xfrm>
            <a:off x="8129016" y="5734050"/>
            <a:ext cx="609600" cy="521208"/>
          </a:xfrm>
          <a:prstGeom prst="rect">
            <a:avLst/>
          </a:prstGeom>
        </p:spPr>
        <p:txBody>
          <a:bodyPr vert="horz" anchor="ctr"/>
          <a:lstStyle>
            <a:lvl1pPr algn="ctr" eaLnBrk="1" latinLnBrk="0" hangingPunct="1">
              <a:defRPr kumimoji="0" sz="1400" b="1">
                <a:solidFill>
                  <a:srgbClr val="FFFFFF"/>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73" r:id="rId1"/>
    <p:sldLayoutId id="2147483674" r:id="rId2"/>
    <p:sldLayoutId id="2147483675" r:id="rId3"/>
    <p:sldLayoutId id="2147483676" r:id="rId4"/>
    <p:sldLayoutId id="2147483677" r:id="rId5"/>
    <p:sldLayoutId id="2147483678" r:id="rId6"/>
    <p:sldLayoutId id="2147483679" r:id="rId7"/>
    <p:sldLayoutId id="2147483680" r:id="rId8"/>
    <p:sldLayoutId id="2147483681" r:id="rId9"/>
    <p:sldLayoutId id="2147483682" r:id="rId10"/>
    <p:sldLayoutId id="2147483683" r:id="rId11"/>
  </p:sldLayoutIdLst>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xStyles>
    <p:titleStyle>
      <a:lvl1pPr algn="l" rtl="0" eaLnBrk="1" latinLnBrk="0" hangingPunct="1">
        <a:spcBef>
          <a:spcPct val="0"/>
        </a:spcBef>
        <a:buNone/>
        <a:defRPr kumimoji="0" sz="3000" b="0" kern="1200" cap="small" baseline="0">
          <a:solidFill>
            <a:schemeClr val="tx2"/>
          </a:solidFill>
          <a:latin typeface="+mj-lt"/>
          <a:ea typeface="+mj-ea"/>
          <a:cs typeface="+mj-cs"/>
        </a:defRPr>
      </a:lvl1pPr>
    </p:titleStyle>
    <p:bodyStyle>
      <a:lvl1pPr marL="274320" indent="-274320" algn="l" rtl="0" eaLnBrk="1" latinLnBrk="0" hangingPunct="1">
        <a:spcBef>
          <a:spcPts val="600"/>
        </a:spcBef>
        <a:buClr>
          <a:schemeClr val="accent1"/>
        </a:buClr>
        <a:buSzPct val="70000"/>
        <a:buFont typeface="Wingdings"/>
        <a:buChar char=""/>
        <a:defRPr kumimoji="0" sz="2400" kern="1200">
          <a:solidFill>
            <a:schemeClr val="tx1"/>
          </a:solidFill>
          <a:latin typeface="+mn-lt"/>
          <a:ea typeface="+mn-ea"/>
          <a:cs typeface="+mn-cs"/>
        </a:defRPr>
      </a:lvl1pPr>
      <a:lvl2pPr marL="640080" indent="-274320" algn="l" rtl="0" eaLnBrk="1" latinLnBrk="0" hangingPunct="1">
        <a:spcBef>
          <a:spcPct val="20000"/>
        </a:spcBef>
        <a:buClr>
          <a:schemeClr val="accent1"/>
        </a:buClr>
        <a:buSzPct val="80000"/>
        <a:buFont typeface="Wingdings 2"/>
        <a:buChar char=""/>
        <a:defRPr kumimoji="0" sz="2100" kern="1200">
          <a:solidFill>
            <a:schemeClr val="tx1"/>
          </a:solidFill>
          <a:latin typeface="+mn-lt"/>
          <a:ea typeface="+mn-ea"/>
          <a:cs typeface="+mn-cs"/>
        </a:defRPr>
      </a:lvl2pPr>
      <a:lvl3pPr marL="914400" indent="-182880" algn="l" rtl="0" eaLnBrk="1" latinLnBrk="0" hangingPunct="1">
        <a:spcBef>
          <a:spcPct val="20000"/>
        </a:spcBef>
        <a:buClr>
          <a:schemeClr val="accent1">
            <a:shade val="75000"/>
          </a:schemeClr>
        </a:buClr>
        <a:buSzPct val="60000"/>
        <a:buFont typeface="Wingdings"/>
        <a:buChar char=""/>
        <a:defRPr kumimoji="0" sz="1800" kern="1200">
          <a:solidFill>
            <a:schemeClr val="tx1"/>
          </a:solidFill>
          <a:latin typeface="+mn-lt"/>
          <a:ea typeface="+mn-ea"/>
          <a:cs typeface="+mn-cs"/>
        </a:defRPr>
      </a:lvl3pPr>
      <a:lvl4pPr marL="1188720" indent="-182880" algn="l" rtl="0" eaLnBrk="1" latinLnBrk="0" hangingPunct="1">
        <a:spcBef>
          <a:spcPct val="20000"/>
        </a:spcBef>
        <a:buClr>
          <a:schemeClr val="accent1">
            <a:tint val="60000"/>
          </a:schemeClr>
        </a:buClr>
        <a:buSzPct val="60000"/>
        <a:buFont typeface="Wingdings"/>
        <a:buChar char=""/>
        <a:defRPr kumimoji="0" sz="1800" kern="1200">
          <a:solidFill>
            <a:schemeClr val="tx1"/>
          </a:solidFill>
          <a:latin typeface="+mn-lt"/>
          <a:ea typeface="+mn-ea"/>
          <a:cs typeface="+mn-cs"/>
        </a:defRPr>
      </a:lvl4pPr>
      <a:lvl5pPr marL="1463040" indent="-182880" algn="l" rtl="0" eaLnBrk="1" latinLnBrk="0" hangingPunct="1">
        <a:spcBef>
          <a:spcPct val="20000"/>
        </a:spcBef>
        <a:buClr>
          <a:schemeClr val="accent2">
            <a:tint val="60000"/>
          </a:schemeClr>
        </a:buClr>
        <a:buSzPct val="68000"/>
        <a:buFont typeface="Wingdings 2"/>
        <a:buChar char=""/>
        <a:defRPr kumimoji="0" sz="1600" kern="1200">
          <a:solidFill>
            <a:schemeClr val="tx1"/>
          </a:solidFill>
          <a:latin typeface="+mn-lt"/>
          <a:ea typeface="+mn-ea"/>
          <a:cs typeface="+mn-cs"/>
        </a:defRPr>
      </a:lvl5pPr>
      <a:lvl6pPr marL="1737360" indent="-182880" algn="l" rtl="0" eaLnBrk="1" latinLnBrk="0" hangingPunct="1">
        <a:spcBef>
          <a:spcPct val="20000"/>
        </a:spcBef>
        <a:buClr>
          <a:schemeClr val="accent1"/>
        </a:buClr>
        <a:buChar char="•"/>
        <a:defRPr kumimoji="0" sz="1600" kern="1200">
          <a:solidFill>
            <a:schemeClr val="tx2"/>
          </a:solidFill>
          <a:latin typeface="+mn-lt"/>
          <a:ea typeface="+mn-ea"/>
          <a:cs typeface="+mn-cs"/>
        </a:defRPr>
      </a:lvl6pPr>
      <a:lvl7pPr marL="2011680" indent="-182880" algn="l" rtl="0" eaLnBrk="1" latinLnBrk="0" hangingPunct="1">
        <a:spcBef>
          <a:spcPct val="20000"/>
        </a:spcBef>
        <a:buClr>
          <a:schemeClr val="accent1">
            <a:tint val="60000"/>
          </a:schemeClr>
        </a:buClr>
        <a:buSzPct val="60000"/>
        <a:buFont typeface="Wingdings"/>
        <a:buChar char=""/>
        <a:defRPr kumimoji="0" sz="1400" kern="1200" baseline="0">
          <a:solidFill>
            <a:schemeClr val="tx2"/>
          </a:solidFill>
          <a:latin typeface="+mn-lt"/>
          <a:ea typeface="+mn-ea"/>
          <a:cs typeface="+mn-cs"/>
        </a:defRPr>
      </a:lvl7pPr>
      <a:lvl8pPr marL="2286000" indent="-182880" algn="l" rtl="0" eaLnBrk="1" latinLnBrk="0" hangingPunct="1">
        <a:spcBef>
          <a:spcPct val="20000"/>
        </a:spcBef>
        <a:buClr>
          <a:schemeClr val="accent2"/>
        </a:buClr>
        <a:buChar char="•"/>
        <a:defRPr kumimoji="0" sz="1400" kern="1200" cap="small" baseline="0">
          <a:solidFill>
            <a:schemeClr val="tx2"/>
          </a:solidFill>
          <a:latin typeface="+mn-lt"/>
          <a:ea typeface="+mn-ea"/>
          <a:cs typeface="+mn-cs"/>
        </a:defRPr>
      </a:lvl8pPr>
      <a:lvl9pPr marL="2560320" indent="-182880" algn="l" rtl="0" eaLnBrk="1" latinLnBrk="0" hangingPunct="1">
        <a:spcBef>
          <a:spcPct val="20000"/>
        </a:spcBef>
        <a:buClr>
          <a:schemeClr val="accent1">
            <a:shade val="75000"/>
          </a:schemeClr>
        </a:buClr>
        <a:buChar char="•"/>
        <a:defRPr kumimoji="0" sz="1400" kern="1200" baseline="0">
          <a:solidFill>
            <a:schemeClr val="tx2"/>
          </a:solidFill>
          <a:latin typeface="+mn-lt"/>
          <a:ea typeface="+mn-ea"/>
          <a:cs typeface="+mn-cs"/>
        </a:defRPr>
      </a:lvl9pPr>
    </p:bodyStyle>
    <p:otherStyle>
      <a:lvl1pPr marL="0" algn="l" rtl="0" eaLnBrk="1" latinLnBrk="0" hangingPunct="1">
        <a:defRPr kumimoji="0" kern="1200">
          <a:solidFill>
            <a:schemeClr val="tx1"/>
          </a:solidFill>
          <a:latin typeface="+mn-lt"/>
          <a:ea typeface="+mn-ea"/>
          <a:cs typeface="+mn-cs"/>
        </a:defRPr>
      </a:lvl1pPr>
      <a:lvl2pPr marL="457200" algn="l" rtl="0" eaLnBrk="1" latinLnBrk="0" hangingPunct="1">
        <a:defRPr kumimoji="0" kern="1200">
          <a:solidFill>
            <a:schemeClr val="tx1"/>
          </a:solidFill>
          <a:latin typeface="+mn-lt"/>
          <a:ea typeface="+mn-ea"/>
          <a:cs typeface="+mn-cs"/>
        </a:defRPr>
      </a:lvl2pPr>
      <a:lvl3pPr marL="914400" algn="l" rtl="0" eaLnBrk="1" latinLnBrk="0" hangingPunct="1">
        <a:defRPr kumimoji="0" kern="1200">
          <a:solidFill>
            <a:schemeClr val="tx1"/>
          </a:solidFill>
          <a:latin typeface="+mn-lt"/>
          <a:ea typeface="+mn-ea"/>
          <a:cs typeface="+mn-cs"/>
        </a:defRPr>
      </a:lvl3pPr>
      <a:lvl4pPr marL="1371600" algn="l" rtl="0" eaLnBrk="1" latinLnBrk="0" hangingPunct="1">
        <a:defRPr kumimoji="0" kern="1200">
          <a:solidFill>
            <a:schemeClr val="tx1"/>
          </a:solidFill>
          <a:latin typeface="+mn-lt"/>
          <a:ea typeface="+mn-ea"/>
          <a:cs typeface="+mn-cs"/>
        </a:defRPr>
      </a:lvl4pPr>
      <a:lvl5pPr marL="1828800" algn="l" rtl="0" eaLnBrk="1" latinLnBrk="0" hangingPunct="1">
        <a:defRPr kumimoji="0" kern="1200">
          <a:solidFill>
            <a:schemeClr val="tx1"/>
          </a:solidFill>
          <a:latin typeface="+mn-lt"/>
          <a:ea typeface="+mn-ea"/>
          <a:cs typeface="+mn-cs"/>
        </a:defRPr>
      </a:lvl5pPr>
      <a:lvl6pPr marL="2286000" algn="l" rtl="0" eaLnBrk="1" latinLnBrk="0" hangingPunct="1">
        <a:defRPr kumimoji="0" kern="1200">
          <a:solidFill>
            <a:schemeClr val="tx1"/>
          </a:solidFill>
          <a:latin typeface="+mn-lt"/>
          <a:ea typeface="+mn-ea"/>
          <a:cs typeface="+mn-cs"/>
        </a:defRPr>
      </a:lvl6pPr>
      <a:lvl7pPr marL="2743200" algn="l" rtl="0" eaLnBrk="1" latinLnBrk="0" hangingPunct="1">
        <a:defRPr kumimoji="0" kern="1200">
          <a:solidFill>
            <a:schemeClr val="tx1"/>
          </a:solidFill>
          <a:latin typeface="+mn-lt"/>
          <a:ea typeface="+mn-ea"/>
          <a:cs typeface="+mn-cs"/>
        </a:defRPr>
      </a:lvl7pPr>
      <a:lvl8pPr marL="3200400" algn="l" rtl="0" eaLnBrk="1" latinLnBrk="0" hangingPunct="1">
        <a:defRPr kumimoji="0" kern="1200">
          <a:solidFill>
            <a:schemeClr val="tx1"/>
          </a:solidFill>
          <a:latin typeface="+mn-lt"/>
          <a:ea typeface="+mn-ea"/>
          <a:cs typeface="+mn-cs"/>
        </a:defRPr>
      </a:lvl8pPr>
      <a:lvl9pPr marL="3657600" algn="l" rtl="0" eaLnBrk="1" latinLnBrk="0" hangingPunct="1">
        <a:defRPr kumimoji="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2.jp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3.jp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image" Target="../media/image6.jp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image" Target="../media/image7.jp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image" Target="../media/image8.jp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image" Target="../media/image9.jp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1752600" y="1447801"/>
            <a:ext cx="7391400" cy="1371600"/>
          </a:xfrm>
        </p:spPr>
        <p:txBody>
          <a:bodyPr>
            <a:normAutofit fontScale="90000"/>
          </a:bodyPr>
          <a:lstStyle/>
          <a:p>
            <a:pPr algn="ctr"/>
            <a:br>
              <a:rPr lang="en-US" b="0" dirty="0"/>
            </a:br>
            <a:r>
              <a:rPr lang="en-US" sz="4000" b="0" dirty="0"/>
              <a:t> Student Management System </a:t>
            </a:r>
            <a:br>
              <a:rPr lang="en-US" sz="4000" b="0" dirty="0"/>
            </a:br>
            <a:r>
              <a:rPr lang="en-US" sz="4000" b="0" dirty="0"/>
              <a:t>Using Node JS </a:t>
            </a:r>
            <a:endParaRPr lang="en-US" sz="4000" dirty="0">
              <a:solidFill>
                <a:schemeClr val="accent1">
                  <a:lumMod val="75000"/>
                </a:schemeClr>
              </a:solidFill>
            </a:endParaRP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52400" y="304800"/>
            <a:ext cx="7467600" cy="944562"/>
          </a:xfrm>
        </p:spPr>
        <p:txBody>
          <a:bodyPr>
            <a:normAutofit fontScale="90000"/>
          </a:bodyPr>
          <a:lstStyle/>
          <a:p>
            <a:r>
              <a:rPr lang="en-US" altLang="zh-CN" sz="3600" b="1" dirty="0">
                <a:solidFill>
                  <a:schemeClr val="accent1">
                    <a:lumMod val="75000"/>
                  </a:schemeClr>
                </a:solidFill>
                <a:ea typeface="Tahoma" panose="020B0604030504040204" pitchFamily="34" charset="0"/>
                <a:cs typeface="Tahoma" panose="020B0604030504040204" pitchFamily="34" charset="0"/>
              </a:rPr>
              <a:t>Project Presentation</a:t>
            </a:r>
            <a:br>
              <a:rPr lang="en-US" altLang="zh-CN" b="1" dirty="0">
                <a:solidFill>
                  <a:srgbClr val="00B050"/>
                </a:solidFill>
                <a:latin typeface="Tahoma" panose="020B0604030504040204" pitchFamily="34" charset="0"/>
                <a:ea typeface="Tahoma" panose="020B0604030504040204" pitchFamily="34" charset="0"/>
                <a:cs typeface="Tahoma" panose="020B0604030504040204" pitchFamily="34" charset="0"/>
              </a:rPr>
            </a:br>
            <a:endParaRPr lang="en-US" dirty="0"/>
          </a:p>
        </p:txBody>
      </p:sp>
      <p:sp>
        <p:nvSpPr>
          <p:cNvPr id="4" name="Rectangle 4"/>
          <p:cNvSpPr>
            <a:spLocks noChangeArrowheads="1"/>
          </p:cNvSpPr>
          <p:nvPr/>
        </p:nvSpPr>
        <p:spPr bwMode="auto">
          <a:xfrm>
            <a:off x="152400" y="1752600"/>
            <a:ext cx="8839200" cy="954107"/>
          </a:xfrm>
          <a:prstGeom prst="rect">
            <a:avLst/>
          </a:prstGeom>
          <a:noFill/>
          <a:ln w="9525">
            <a:noFill/>
            <a:miter lim="800000"/>
            <a:headEnd/>
            <a:tailEnd/>
          </a:ln>
          <a:effectLst/>
        </p:spPr>
        <p:txBody>
          <a:bodyPr wrap="square">
            <a:spAutoFit/>
          </a:bodyPr>
          <a:lstStyle/>
          <a:p>
            <a:pPr eaLnBrk="1" hangingPunct="1"/>
            <a:r>
              <a:rPr lang="en-GB" altLang="en-US" sz="3200" dirty="0"/>
              <a:t>Submitted by:</a:t>
            </a:r>
            <a:endParaRPr lang="en-GB" altLang="en-US" sz="2400" b="1" dirty="0">
              <a:cs typeface="Calibri" pitchFamily="34" charset="0"/>
            </a:endParaRPr>
          </a:p>
          <a:p>
            <a:pPr eaLnBrk="1" hangingPunct="1"/>
            <a:r>
              <a:rPr lang="en-GB" altLang="en-US" sz="2400" b="1" dirty="0">
                <a:latin typeface="Calibri" pitchFamily="34" charset="0"/>
                <a:cs typeface="Calibri" pitchFamily="34" charset="0"/>
              </a:rPr>
              <a:t>                                       AYUSH DHIMAN(2118392)</a:t>
            </a:r>
            <a:r>
              <a:rPr lang="en-GB" altLang="en-US" sz="2400" b="1" dirty="0">
                <a:cs typeface="Calibri" pitchFamily="34" charset="0"/>
              </a:rPr>
              <a:t>                            </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1828800" y="0"/>
            <a:ext cx="4191000" cy="762000"/>
          </a:xfrm>
        </p:spPr>
        <p:txBody>
          <a:bodyPr/>
          <a:lstStyle/>
          <a:p>
            <a:r>
              <a:rPr lang="en-US" altLang="zh-CN" b="1" dirty="0">
                <a:solidFill>
                  <a:schemeClr val="accent1">
                    <a:lumMod val="75000"/>
                  </a:schemeClr>
                </a:solidFill>
                <a:ea typeface="宋体" pitchFamily="2" charset="-122"/>
                <a:cs typeface="Tahoma" pitchFamily="34" charset="0"/>
              </a:rPr>
              <a:t>Contents</a:t>
            </a:r>
            <a:endParaRPr lang="en-US" dirty="0">
              <a:solidFill>
                <a:schemeClr val="accent1">
                  <a:lumMod val="75000"/>
                </a:schemeClr>
              </a:solidFill>
            </a:endParaRPr>
          </a:p>
        </p:txBody>
      </p:sp>
      <p:sp>
        <p:nvSpPr>
          <p:cNvPr id="4" name="Rectangle 2">
            <a:extLst>
              <a:ext uri="{FF2B5EF4-FFF2-40B4-BE49-F238E27FC236}">
                <a16:creationId xmlns:a16="http://schemas.microsoft.com/office/drawing/2014/main" id="{EC0C6491-26BB-4A82-B95A-FF52BA9AE1E2}"/>
              </a:ext>
            </a:extLst>
          </p:cNvPr>
          <p:cNvSpPr txBox="1">
            <a:spLocks noChangeArrowheads="1"/>
          </p:cNvSpPr>
          <p:nvPr/>
        </p:nvSpPr>
        <p:spPr>
          <a:xfrm>
            <a:off x="2514600" y="1447800"/>
            <a:ext cx="5943600" cy="4800600"/>
          </a:xfrm>
          <a:prstGeom prst="rect">
            <a:avLst/>
          </a:prstGeom>
        </p:spPr>
        <p:txBody>
          <a:bodyPr vert="horz" lIns="91440" tIns="45720" rIns="91440" bIns="45720" rtlCol="0">
            <a:noAutofit/>
          </a:bodyPr>
          <a:lstStyle/>
          <a:p>
            <a:pPr marL="448033" marR="0" lvl="0" indent="-448033" defTabSz="1792133" rtl="0" eaLnBrk="1" fontAlgn="auto" latinLnBrk="0" hangingPunct="1">
              <a:lnSpc>
                <a:spcPct val="100000"/>
              </a:lnSpc>
              <a:spcBef>
                <a:spcPts val="1960"/>
              </a:spcBef>
              <a:spcAft>
                <a:spcPts val="0"/>
              </a:spcAft>
              <a:buClrTx/>
              <a:buSzTx/>
              <a:buFont typeface="Wingdings 3" charset="2"/>
              <a:buChar char=""/>
              <a:tabLst/>
              <a:defRPr/>
            </a:pPr>
            <a:r>
              <a:rPr kumimoji="0" lang="en-US" altLang="zh-TW" sz="2000" b="0" i="0" u="none" strike="noStrike" kern="1200" cap="none" spc="0" normalizeH="0" baseline="0" noProof="0" dirty="0">
                <a:ln>
                  <a:noFill/>
                </a:ln>
                <a:solidFill>
                  <a:schemeClr val="tx1">
                    <a:lumMod val="75000"/>
                    <a:lumOff val="25000"/>
                  </a:schemeClr>
                </a:solidFill>
                <a:effectLst/>
                <a:uLnTx/>
                <a:uFillTx/>
                <a:ea typeface="宋体" panose="02010600030101010101" pitchFamily="2" charset="-122"/>
                <a:cs typeface="Calibri" pitchFamily="34" charset="0"/>
              </a:rPr>
              <a:t>Introduction</a:t>
            </a:r>
          </a:p>
          <a:p>
            <a:pPr marL="448033" marR="0" lvl="0" indent="-448033" defTabSz="1792133" rtl="0" eaLnBrk="1" fontAlgn="auto" latinLnBrk="0" hangingPunct="1">
              <a:lnSpc>
                <a:spcPct val="100000"/>
              </a:lnSpc>
              <a:spcBef>
                <a:spcPts val="1960"/>
              </a:spcBef>
              <a:spcAft>
                <a:spcPts val="0"/>
              </a:spcAft>
              <a:buClrTx/>
              <a:buSzTx/>
              <a:buFont typeface="Wingdings 3" charset="2"/>
              <a:buChar char=""/>
              <a:tabLst/>
              <a:defRPr/>
            </a:pPr>
            <a:r>
              <a:rPr lang="en-US" altLang="zh-CN" sz="2000" dirty="0">
                <a:solidFill>
                  <a:schemeClr val="tx1">
                    <a:lumMod val="75000"/>
                    <a:lumOff val="25000"/>
                  </a:schemeClr>
                </a:solidFill>
                <a:cs typeface="Calibri" pitchFamily="34" charset="0"/>
              </a:rPr>
              <a:t>Requirement</a:t>
            </a:r>
          </a:p>
          <a:p>
            <a:pPr marL="448033" marR="0" lvl="0" indent="-448033" defTabSz="1792133" rtl="0" eaLnBrk="1" fontAlgn="auto" latinLnBrk="0" hangingPunct="1">
              <a:lnSpc>
                <a:spcPct val="100000"/>
              </a:lnSpc>
              <a:spcBef>
                <a:spcPts val="1960"/>
              </a:spcBef>
              <a:spcAft>
                <a:spcPts val="0"/>
              </a:spcAft>
              <a:buClrTx/>
              <a:buSzTx/>
              <a:buFont typeface="Wingdings 3" charset="2"/>
              <a:buChar char=""/>
              <a:tabLst/>
              <a:defRPr/>
            </a:pPr>
            <a:r>
              <a:rPr lang="en-US" altLang="zh-CN" sz="2000" dirty="0">
                <a:solidFill>
                  <a:schemeClr val="tx1">
                    <a:lumMod val="75000"/>
                    <a:lumOff val="25000"/>
                  </a:schemeClr>
                </a:solidFill>
                <a:cs typeface="Calibri" pitchFamily="34" charset="0"/>
              </a:rPr>
              <a:t>Features</a:t>
            </a:r>
          </a:p>
          <a:p>
            <a:pPr marL="448033" marR="0" lvl="0" indent="-448033" defTabSz="1792133" rtl="0" eaLnBrk="1" fontAlgn="auto" latinLnBrk="0" hangingPunct="1">
              <a:lnSpc>
                <a:spcPct val="100000"/>
              </a:lnSpc>
              <a:spcBef>
                <a:spcPts val="1960"/>
              </a:spcBef>
              <a:spcAft>
                <a:spcPts val="0"/>
              </a:spcAft>
              <a:buClrTx/>
              <a:buSzTx/>
              <a:buFont typeface="Wingdings 3" charset="2"/>
              <a:buChar char=""/>
              <a:tabLst/>
              <a:defRPr/>
            </a:pPr>
            <a:r>
              <a:rPr lang="en-US" altLang="zh-CN" sz="2000" dirty="0">
                <a:solidFill>
                  <a:schemeClr val="tx1">
                    <a:lumMod val="75000"/>
                    <a:lumOff val="25000"/>
                  </a:schemeClr>
                </a:solidFill>
                <a:cs typeface="Calibri" pitchFamily="34" charset="0"/>
              </a:rPr>
              <a:t>Entity Relation Model</a:t>
            </a:r>
          </a:p>
          <a:p>
            <a:pPr marL="448033" marR="0" lvl="0" indent="-448033" defTabSz="1792133" rtl="0" eaLnBrk="1" fontAlgn="auto" latinLnBrk="0" hangingPunct="1">
              <a:lnSpc>
                <a:spcPct val="100000"/>
              </a:lnSpc>
              <a:spcBef>
                <a:spcPts val="1960"/>
              </a:spcBef>
              <a:spcAft>
                <a:spcPts val="0"/>
              </a:spcAft>
              <a:buClrTx/>
              <a:buSzTx/>
              <a:buFont typeface="Wingdings 3" charset="2"/>
              <a:buChar char=""/>
              <a:tabLst/>
              <a:defRPr/>
            </a:pPr>
            <a:r>
              <a:rPr lang="en-US" altLang="zh-CN" sz="2000" dirty="0">
                <a:solidFill>
                  <a:schemeClr val="tx1">
                    <a:lumMod val="75000"/>
                    <a:lumOff val="25000"/>
                  </a:schemeClr>
                </a:solidFill>
                <a:cs typeface="Calibri" pitchFamily="34" charset="0"/>
              </a:rPr>
              <a:t>Decision Tree</a:t>
            </a:r>
          </a:p>
          <a:p>
            <a:pPr marL="448033" marR="0" lvl="0" indent="-448033" defTabSz="1792133" rtl="0" eaLnBrk="1" fontAlgn="auto" latinLnBrk="0" hangingPunct="1">
              <a:lnSpc>
                <a:spcPct val="100000"/>
              </a:lnSpc>
              <a:spcBef>
                <a:spcPts val="1960"/>
              </a:spcBef>
              <a:spcAft>
                <a:spcPts val="0"/>
              </a:spcAft>
              <a:buClrTx/>
              <a:buSzTx/>
              <a:buFont typeface="Wingdings 3" charset="2"/>
              <a:buChar char=""/>
              <a:tabLst/>
              <a:defRPr/>
            </a:pPr>
            <a:r>
              <a:rPr kumimoji="0" lang="en-US" altLang="zh-CN" sz="2000" b="0" i="0" u="none" strike="noStrike" kern="1200" cap="none" spc="0" normalizeH="0" baseline="0" noProof="0" dirty="0">
                <a:ln>
                  <a:noFill/>
                </a:ln>
                <a:solidFill>
                  <a:schemeClr val="tx1">
                    <a:lumMod val="75000"/>
                    <a:lumOff val="25000"/>
                  </a:schemeClr>
                </a:solidFill>
                <a:effectLst/>
                <a:uLnTx/>
                <a:uFillTx/>
                <a:cs typeface="Calibri" pitchFamily="34" charset="0"/>
              </a:rPr>
              <a:t>Screenshots.</a:t>
            </a:r>
          </a:p>
          <a:p>
            <a:pPr marL="448033" marR="0" lvl="0" indent="-448033" defTabSz="1792133" rtl="0" eaLnBrk="1" fontAlgn="auto" latinLnBrk="0" hangingPunct="1">
              <a:lnSpc>
                <a:spcPct val="100000"/>
              </a:lnSpc>
              <a:spcBef>
                <a:spcPts val="1960"/>
              </a:spcBef>
              <a:spcAft>
                <a:spcPts val="0"/>
              </a:spcAft>
              <a:buClrTx/>
              <a:buSzTx/>
              <a:buFont typeface="Wingdings 3" charset="2"/>
              <a:buChar char=""/>
              <a:tabLst/>
              <a:defRPr/>
            </a:pPr>
            <a:r>
              <a:rPr kumimoji="0" lang="en-US" altLang="zh-TW" sz="2000" b="0" i="0" u="none" strike="noStrike" kern="1200" cap="none" spc="0" normalizeH="0" baseline="0" noProof="0" dirty="0">
                <a:ln>
                  <a:noFill/>
                </a:ln>
                <a:solidFill>
                  <a:schemeClr val="tx1">
                    <a:lumMod val="75000"/>
                    <a:lumOff val="25000"/>
                  </a:schemeClr>
                </a:solidFill>
                <a:effectLst/>
                <a:uLnTx/>
                <a:uFillTx/>
                <a:ea typeface="宋体" panose="02010600030101010101" pitchFamily="2" charset="-122"/>
                <a:cs typeface="Calibri" pitchFamily="34" charset="0"/>
              </a:rPr>
              <a:t>Conclusion</a:t>
            </a:r>
          </a:p>
          <a:p>
            <a:pPr marL="0" marR="0" lvl="0" indent="0" defTabSz="1792133" rtl="0" eaLnBrk="1" fontAlgn="auto" latinLnBrk="0" hangingPunct="1">
              <a:lnSpc>
                <a:spcPct val="100000"/>
              </a:lnSpc>
              <a:spcBef>
                <a:spcPts val="1960"/>
              </a:spcBef>
              <a:spcAft>
                <a:spcPts val="0"/>
              </a:spcAft>
              <a:buClrTx/>
              <a:buSzTx/>
              <a:tabLst/>
              <a:defRPr/>
            </a:pPr>
            <a:r>
              <a:rPr kumimoji="0" lang="en-US" altLang="zh-TW" sz="2000" b="0" i="0" u="none" strike="noStrike" kern="1200" cap="none" spc="0" normalizeH="0" baseline="0" noProof="0" dirty="0">
                <a:ln>
                  <a:noFill/>
                </a:ln>
                <a:solidFill>
                  <a:schemeClr val="tx1">
                    <a:lumMod val="75000"/>
                    <a:lumOff val="25000"/>
                  </a:schemeClr>
                </a:solidFill>
                <a:effectLst/>
                <a:uLnTx/>
                <a:uFillTx/>
                <a:latin typeface="Calibri" pitchFamily="34" charset="0"/>
                <a:ea typeface="宋体" panose="02010600030101010101" pitchFamily="2" charset="-122"/>
                <a:cs typeface="Calibri" pitchFamily="34" charset="0"/>
              </a:rPr>
              <a:t>   </a:t>
            </a:r>
            <a:endParaRPr kumimoji="0" lang="en-US" altLang="zh-TW" sz="2000" b="0" i="0" u="none" strike="noStrike" kern="1200" cap="none" spc="0" normalizeH="0" baseline="0" noProof="0" dirty="0">
              <a:ln>
                <a:noFill/>
              </a:ln>
              <a:solidFill>
                <a:schemeClr val="tx1">
                  <a:lumMod val="75000"/>
                  <a:lumOff val="25000"/>
                </a:schemeClr>
              </a:solidFill>
              <a:effectLst/>
              <a:uLnTx/>
              <a:uFillTx/>
              <a:ea typeface="宋体" panose="02010600030101010101" pitchFamily="2" charset="-122"/>
              <a:cs typeface="Calibri" pitchFamily="34" charset="0"/>
            </a:endParaRPr>
          </a:p>
          <a:p>
            <a:pPr marL="0" marR="0" lvl="0" indent="0" defTabSz="1792133" rtl="0" eaLnBrk="1" fontAlgn="auto" latinLnBrk="0" hangingPunct="1">
              <a:lnSpc>
                <a:spcPct val="100000"/>
              </a:lnSpc>
              <a:spcBef>
                <a:spcPts val="1960"/>
              </a:spcBef>
              <a:spcAft>
                <a:spcPts val="0"/>
              </a:spcAft>
              <a:buClrTx/>
              <a:buSzTx/>
              <a:buFont typeface="Arial" panose="020B0604020202020204" pitchFamily="34" charset="0"/>
              <a:buNone/>
              <a:tabLst/>
              <a:defRPr/>
            </a:pPr>
            <a:endParaRPr kumimoji="0" lang="en-US" altLang="zh-TW" b="0" i="0" u="none" strike="noStrike" kern="1200" cap="none" spc="0" normalizeH="0" baseline="0" noProof="0" dirty="0">
              <a:ln>
                <a:noFill/>
              </a:ln>
              <a:solidFill>
                <a:schemeClr val="tx1">
                  <a:lumMod val="75000"/>
                  <a:lumOff val="25000"/>
                </a:schemeClr>
              </a:solidFill>
              <a:effectLst/>
              <a:uLnTx/>
              <a:uFillTx/>
              <a:latin typeface="Tahoma" panose="020B0604030504040204" pitchFamily="34" charset="0"/>
              <a:ea typeface="宋体" panose="02010600030101010101" pitchFamily="2" charset="-122"/>
              <a:cs typeface="+mn-cs"/>
            </a:endParaRP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7467600" cy="639762"/>
          </a:xfrm>
        </p:spPr>
        <p:txBody>
          <a:bodyPr/>
          <a:lstStyle/>
          <a:p>
            <a:r>
              <a:rPr lang="en-US" b="1" dirty="0">
                <a:solidFill>
                  <a:schemeClr val="accent1">
                    <a:lumMod val="75000"/>
                  </a:schemeClr>
                </a:solidFill>
              </a:rPr>
              <a:t>Introduction</a:t>
            </a:r>
          </a:p>
        </p:txBody>
      </p:sp>
      <p:sp>
        <p:nvSpPr>
          <p:cNvPr id="3" name="Content Placeholder 2"/>
          <p:cNvSpPr>
            <a:spLocks noGrp="1"/>
          </p:cNvSpPr>
          <p:nvPr>
            <p:ph sz="quarter" idx="1"/>
          </p:nvPr>
        </p:nvSpPr>
        <p:spPr/>
        <p:txBody>
          <a:bodyPr/>
          <a:lstStyle/>
          <a:p>
            <a:pPr>
              <a:buNone/>
            </a:pPr>
            <a:r>
              <a:rPr lang="en-US" sz="3200" dirty="0"/>
              <a:t>About </a:t>
            </a:r>
            <a:r>
              <a:rPr lang="en-US" altLang="zh-TW" sz="3200" dirty="0">
                <a:solidFill>
                  <a:schemeClr val="tx1">
                    <a:lumMod val="75000"/>
                    <a:lumOff val="25000"/>
                  </a:schemeClr>
                </a:solidFill>
                <a:ea typeface="宋体" panose="02010600030101010101" pitchFamily="2" charset="-122"/>
                <a:cs typeface="Calibri" pitchFamily="34" charset="0"/>
              </a:rPr>
              <a:t>Student Management System</a:t>
            </a:r>
            <a:endParaRPr lang="en-US" sz="3200" dirty="0"/>
          </a:p>
          <a:p>
            <a:pPr>
              <a:buNone/>
            </a:pPr>
            <a:endParaRPr lang="en-US" dirty="0"/>
          </a:p>
          <a:p>
            <a:pPr>
              <a:buNone/>
            </a:pPr>
            <a:r>
              <a:rPr lang="en-US" dirty="0"/>
              <a:t>"Student Management System is a solution tool that is designed to track, maintain and manage all the data generated by a School, including the grades of a student, their attendance, their interpersonal activities records, etc.,"</a:t>
            </a:r>
            <a:endParaRPr lang="en-US" dirty="0">
              <a:cs typeface="Calibri" pitchFamily="34" charset="0"/>
            </a:endParaRP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7467600" cy="639762"/>
          </a:xfrm>
        </p:spPr>
        <p:txBody>
          <a:bodyPr/>
          <a:lstStyle/>
          <a:p>
            <a:r>
              <a:rPr lang="en-US" b="1" dirty="0">
                <a:solidFill>
                  <a:schemeClr val="accent1">
                    <a:lumMod val="75000"/>
                  </a:schemeClr>
                </a:solidFill>
              </a:rPr>
              <a:t>Introduction</a:t>
            </a:r>
          </a:p>
        </p:txBody>
      </p:sp>
      <p:sp>
        <p:nvSpPr>
          <p:cNvPr id="3" name="Content Placeholder 2"/>
          <p:cNvSpPr>
            <a:spLocks noGrp="1"/>
          </p:cNvSpPr>
          <p:nvPr>
            <p:ph sz="quarter" idx="1"/>
          </p:nvPr>
        </p:nvSpPr>
        <p:spPr/>
        <p:txBody>
          <a:bodyPr/>
          <a:lstStyle/>
          <a:p>
            <a:pPr>
              <a:buNone/>
            </a:pPr>
            <a:r>
              <a:rPr lang="en-US" sz="3200" dirty="0"/>
              <a:t>About Node JS</a:t>
            </a:r>
          </a:p>
          <a:p>
            <a:pPr>
              <a:buNone/>
            </a:pPr>
            <a:endParaRPr lang="en-US" dirty="0"/>
          </a:p>
          <a:p>
            <a:pPr>
              <a:buNone/>
            </a:pPr>
            <a:endParaRPr lang="en-US" dirty="0"/>
          </a:p>
          <a:p>
            <a:pPr>
              <a:buNone/>
            </a:pPr>
            <a:r>
              <a:rPr lang="en-US" dirty="0"/>
              <a:t>Node.js is an open-source, cross-platform, back-end JavaScript runtime environment that runs on the V8 engine and executes JavaScript code outside a web browser.</a:t>
            </a:r>
            <a:endParaRPr lang="en-US" dirty="0">
              <a:cs typeface="Calibri" pitchFamily="34" charset="0"/>
            </a:endParaRPr>
          </a:p>
        </p:txBody>
      </p:sp>
    </p:spTree>
    <p:extLst>
      <p:ext uri="{BB962C8B-B14F-4D97-AF65-F5344CB8AC3E}">
        <p14:creationId xmlns:p14="http://schemas.microsoft.com/office/powerpoint/2010/main" val="273493617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7467600" cy="792162"/>
          </a:xfrm>
        </p:spPr>
        <p:txBody>
          <a:bodyPr/>
          <a:lstStyle/>
          <a:p>
            <a:r>
              <a:rPr lang="en-GB" b="1" dirty="0">
                <a:solidFill>
                  <a:schemeClr val="accent1">
                    <a:lumMod val="75000"/>
                  </a:schemeClr>
                </a:solidFill>
              </a:rPr>
              <a:t>Requirement</a:t>
            </a:r>
            <a:endParaRPr lang="en-US" b="1" dirty="0">
              <a:solidFill>
                <a:schemeClr val="accent1">
                  <a:lumMod val="75000"/>
                </a:schemeClr>
              </a:solidFill>
            </a:endParaRPr>
          </a:p>
        </p:txBody>
      </p:sp>
      <p:sp>
        <p:nvSpPr>
          <p:cNvPr id="3" name="Content Placeholder 2"/>
          <p:cNvSpPr>
            <a:spLocks noGrp="1"/>
          </p:cNvSpPr>
          <p:nvPr>
            <p:ph sz="quarter" idx="1"/>
          </p:nvPr>
        </p:nvSpPr>
        <p:spPr>
          <a:xfrm>
            <a:off x="1752600" y="1295400"/>
            <a:ext cx="6248400" cy="4873752"/>
          </a:xfrm>
        </p:spPr>
        <p:txBody>
          <a:bodyPr>
            <a:normAutofit/>
          </a:bodyPr>
          <a:lstStyle/>
          <a:p>
            <a:pPr>
              <a:buNone/>
            </a:pPr>
            <a:r>
              <a:rPr lang="en-US" b="1" dirty="0"/>
              <a:t>Technology Used:</a:t>
            </a:r>
          </a:p>
          <a:p>
            <a:pPr>
              <a:buNone/>
            </a:pPr>
            <a:endParaRPr lang="en-US" b="1" dirty="0"/>
          </a:p>
          <a:p>
            <a:r>
              <a:rPr lang="en-US" sz="1800" dirty="0"/>
              <a:t>Front End: HTML, CSS, JavaScript, Handlebars. </a:t>
            </a:r>
          </a:p>
          <a:p>
            <a:r>
              <a:rPr lang="en-US" sz="1800" dirty="0"/>
              <a:t>Language:  Node JS</a:t>
            </a:r>
          </a:p>
          <a:p>
            <a:r>
              <a:rPr lang="en-US" sz="1800" dirty="0"/>
              <a:t>Back End: MySQL</a:t>
            </a:r>
          </a:p>
          <a:p>
            <a:pPr>
              <a:buNone/>
            </a:pPr>
            <a:endParaRPr lang="en-US" dirty="0"/>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7467600" cy="792162"/>
          </a:xfrm>
        </p:spPr>
        <p:txBody>
          <a:bodyPr/>
          <a:lstStyle/>
          <a:p>
            <a:r>
              <a:rPr lang="en-GB" b="1" dirty="0">
                <a:solidFill>
                  <a:schemeClr val="accent1">
                    <a:lumMod val="75000"/>
                  </a:schemeClr>
                </a:solidFill>
              </a:rPr>
              <a:t>Requirement</a:t>
            </a:r>
            <a:endParaRPr lang="en-US" b="1" dirty="0">
              <a:solidFill>
                <a:schemeClr val="accent1">
                  <a:lumMod val="75000"/>
                </a:schemeClr>
              </a:solidFill>
            </a:endParaRPr>
          </a:p>
        </p:txBody>
      </p:sp>
      <p:sp>
        <p:nvSpPr>
          <p:cNvPr id="3" name="Content Placeholder 2"/>
          <p:cNvSpPr>
            <a:spLocks noGrp="1"/>
          </p:cNvSpPr>
          <p:nvPr>
            <p:ph sz="quarter" idx="1"/>
          </p:nvPr>
        </p:nvSpPr>
        <p:spPr>
          <a:xfrm>
            <a:off x="1752600" y="1295400"/>
            <a:ext cx="6248400" cy="4873752"/>
          </a:xfrm>
        </p:spPr>
        <p:txBody>
          <a:bodyPr>
            <a:normAutofit lnSpcReduction="10000"/>
          </a:bodyPr>
          <a:lstStyle/>
          <a:p>
            <a:pPr>
              <a:buNone/>
            </a:pPr>
            <a:r>
              <a:rPr lang="en-US" b="1" dirty="0"/>
              <a:t>Software configuration:</a:t>
            </a:r>
          </a:p>
          <a:p>
            <a:pPr>
              <a:buNone/>
            </a:pPr>
            <a:endParaRPr lang="en-US" b="1" dirty="0"/>
          </a:p>
          <a:p>
            <a:r>
              <a:rPr lang="en-US" sz="1800" dirty="0"/>
              <a:t>Operating system: Windows or Linux </a:t>
            </a:r>
          </a:p>
          <a:p>
            <a:r>
              <a:rPr lang="en-US" sz="1800" dirty="0"/>
              <a:t>Software: Visual studio code</a:t>
            </a:r>
          </a:p>
          <a:p>
            <a:r>
              <a:rPr lang="en-US" sz="1800" dirty="0"/>
              <a:t>Database: MySQL Database Service</a:t>
            </a:r>
          </a:p>
          <a:p>
            <a:r>
              <a:rPr lang="en-US" sz="1800" dirty="0"/>
              <a:t>Server: Apache HTTP Server</a:t>
            </a:r>
          </a:p>
          <a:p>
            <a:pPr>
              <a:buNone/>
            </a:pPr>
            <a:endParaRPr lang="en-US" dirty="0"/>
          </a:p>
          <a:p>
            <a:pPr>
              <a:buNone/>
            </a:pPr>
            <a:r>
              <a:rPr lang="en-US" b="1" dirty="0"/>
              <a:t>Hardware Configuration:</a:t>
            </a:r>
          </a:p>
          <a:p>
            <a:pPr>
              <a:buNone/>
            </a:pPr>
            <a:endParaRPr lang="en-US" dirty="0"/>
          </a:p>
          <a:p>
            <a:r>
              <a:rPr lang="en-US" sz="1800" dirty="0"/>
              <a:t>Processor: Intel Core i3 processor or higher </a:t>
            </a:r>
          </a:p>
          <a:p>
            <a:r>
              <a:rPr lang="en-US" sz="1800" dirty="0"/>
              <a:t>Hard Disk: Minimum 4 GB</a:t>
            </a:r>
          </a:p>
          <a:p>
            <a:r>
              <a:rPr lang="en-US" sz="1800" dirty="0"/>
              <a:t>RAM: 512 MB or more.</a:t>
            </a:r>
          </a:p>
          <a:p>
            <a:r>
              <a:rPr lang="en-US" sz="1800" dirty="0"/>
              <a:t>Network Connectivity.</a:t>
            </a:r>
          </a:p>
          <a:p>
            <a:pPr>
              <a:buNone/>
            </a:pPr>
            <a:endParaRPr lang="en-US" sz="1400" dirty="0"/>
          </a:p>
        </p:txBody>
      </p:sp>
    </p:spTree>
    <p:extLst>
      <p:ext uri="{BB962C8B-B14F-4D97-AF65-F5344CB8AC3E}">
        <p14:creationId xmlns:p14="http://schemas.microsoft.com/office/powerpoint/2010/main" val="255038604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7467600" cy="639762"/>
          </a:xfrm>
        </p:spPr>
        <p:txBody>
          <a:bodyPr/>
          <a:lstStyle/>
          <a:p>
            <a:pPr marL="448033" lvl="0" indent="-448033" defTabSz="1792133">
              <a:spcBef>
                <a:spcPts val="1960"/>
              </a:spcBef>
              <a:defRPr/>
            </a:pPr>
            <a:r>
              <a:rPr lang="en-US" altLang="zh-TW" sz="3200" b="1" cap="none" dirty="0">
                <a:solidFill>
                  <a:schemeClr val="accent1">
                    <a:lumMod val="75000"/>
                  </a:schemeClr>
                </a:solidFill>
                <a:ea typeface="宋体" panose="02010600030101010101" pitchFamily="2" charset="-122"/>
                <a:cs typeface="Calibri" pitchFamily="34" charset="0"/>
              </a:rPr>
              <a:t>FEATURES</a:t>
            </a:r>
          </a:p>
        </p:txBody>
      </p:sp>
      <p:sp>
        <p:nvSpPr>
          <p:cNvPr id="3" name="Content Placeholder 2"/>
          <p:cNvSpPr>
            <a:spLocks noGrp="1"/>
          </p:cNvSpPr>
          <p:nvPr>
            <p:ph sz="quarter" idx="1"/>
          </p:nvPr>
        </p:nvSpPr>
        <p:spPr>
          <a:xfrm>
            <a:off x="1066800" y="2362200"/>
            <a:ext cx="7467600" cy="3429000"/>
          </a:xfrm>
        </p:spPr>
        <p:txBody>
          <a:bodyPr>
            <a:normAutofit/>
          </a:bodyPr>
          <a:lstStyle/>
          <a:p>
            <a:r>
              <a:rPr lang="en-US" dirty="0"/>
              <a:t>Login/Logout </a:t>
            </a:r>
          </a:p>
          <a:p>
            <a:r>
              <a:rPr lang="en-US" dirty="0"/>
              <a:t>Add Student</a:t>
            </a:r>
          </a:p>
          <a:p>
            <a:r>
              <a:rPr lang="en-US" dirty="0"/>
              <a:t>View Student Information </a:t>
            </a:r>
          </a:p>
          <a:p>
            <a:r>
              <a:rPr lang="en-US" dirty="0"/>
              <a:t>Edit Student Information </a:t>
            </a:r>
          </a:p>
          <a:p>
            <a:r>
              <a:rPr lang="en-US" dirty="0"/>
              <a:t>Delete Student Accounts </a:t>
            </a:r>
          </a:p>
          <a:p>
            <a:r>
              <a:rPr lang="en-US" dirty="0"/>
              <a:t>Search Students </a:t>
            </a:r>
            <a:endParaRPr lang="en-US" sz="2000" dirty="0"/>
          </a:p>
          <a:p>
            <a:pPr marL="457200" indent="-457200">
              <a:buFont typeface="+mj-lt"/>
              <a:buAutoNum type="arabicPeriod"/>
            </a:pPr>
            <a:endParaRPr lang="en-US" sz="2000" dirty="0"/>
          </a:p>
        </p:txBody>
      </p:sp>
      <p:sp>
        <p:nvSpPr>
          <p:cNvPr id="4" name="Title 1"/>
          <p:cNvSpPr txBox="1">
            <a:spLocks/>
          </p:cNvSpPr>
          <p:nvPr/>
        </p:nvSpPr>
        <p:spPr>
          <a:xfrm>
            <a:off x="609600" y="990600"/>
            <a:ext cx="7467600" cy="944562"/>
          </a:xfrm>
          <a:prstGeom prst="rect">
            <a:avLst/>
          </a:prstGeom>
        </p:spPr>
        <p:txBody>
          <a:bodyPr vert="horz" anchor="b">
            <a:normAutofit/>
          </a:bodyPr>
          <a:lstStyle/>
          <a:p>
            <a:pPr marL="0" marR="0" lvl="0" indent="0" algn="l" defTabSz="914400" rtl="0" eaLnBrk="1" fontAlgn="auto" latinLnBrk="0" hangingPunct="1">
              <a:lnSpc>
                <a:spcPct val="100000"/>
              </a:lnSpc>
              <a:spcBef>
                <a:spcPct val="0"/>
              </a:spcBef>
              <a:spcAft>
                <a:spcPts val="0"/>
              </a:spcAft>
              <a:buClrTx/>
              <a:buSzTx/>
              <a:buFontTx/>
              <a:buNone/>
              <a:tabLst/>
              <a:defRPr/>
            </a:pPr>
            <a:r>
              <a:rPr lang="en-US" sz="3200" dirty="0">
                <a:ea typeface="宋体" panose="02010600030101010101" pitchFamily="2" charset="-122"/>
                <a:cs typeface="Calibri" pitchFamily="34" charset="0"/>
              </a:rPr>
              <a:t>Administrator</a:t>
            </a:r>
            <a:endParaRPr kumimoji="0" lang="en-US" sz="3000" i="0" u="none" strike="noStrike" kern="1200" cap="small" spc="0" normalizeH="0" baseline="0" noProof="0" dirty="0">
              <a:ln>
                <a:noFill/>
              </a:ln>
              <a:effectLst/>
              <a:uLnTx/>
              <a:uFillTx/>
              <a:ea typeface="+mj-ea"/>
              <a:cs typeface="Calibri" pitchFamily="34" charset="0"/>
            </a:endParaRPr>
          </a:p>
        </p:txBody>
      </p:sp>
    </p:spTree>
    <p:extLst>
      <p:ext uri="{BB962C8B-B14F-4D97-AF65-F5344CB8AC3E}">
        <p14:creationId xmlns:p14="http://schemas.microsoft.com/office/powerpoint/2010/main" val="94648815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7467600" cy="639762"/>
          </a:xfrm>
        </p:spPr>
        <p:txBody>
          <a:bodyPr/>
          <a:lstStyle/>
          <a:p>
            <a:pPr marL="448033" lvl="0" indent="-448033" defTabSz="1792133">
              <a:spcBef>
                <a:spcPts val="1960"/>
              </a:spcBef>
              <a:defRPr/>
            </a:pPr>
            <a:r>
              <a:rPr lang="en-US" altLang="zh-TW" sz="3200" b="1" cap="none" dirty="0">
                <a:solidFill>
                  <a:schemeClr val="accent1">
                    <a:lumMod val="75000"/>
                  </a:schemeClr>
                </a:solidFill>
                <a:ea typeface="宋体" panose="02010600030101010101" pitchFamily="2" charset="-122"/>
                <a:cs typeface="Calibri" pitchFamily="34" charset="0"/>
              </a:rPr>
              <a:t>Entity Relation Model</a:t>
            </a:r>
          </a:p>
        </p:txBody>
      </p:sp>
      <p:pic>
        <p:nvPicPr>
          <p:cNvPr id="5" name="Content Placeholder 4"/>
          <p:cNvPicPr>
            <a:picLocks noGrp="1" noChangeAspect="1"/>
          </p:cNvPicPr>
          <p:nvPr>
            <p:ph sz="quarter" idx="1"/>
          </p:nvPr>
        </p:nvPicPr>
        <p:blipFill>
          <a:blip r:embed="rId2">
            <a:extLst>
              <a:ext uri="{28A0092B-C50C-407E-A947-70E740481C1C}">
                <a14:useLocalDpi xmlns:a14="http://schemas.microsoft.com/office/drawing/2010/main" val="0"/>
              </a:ext>
            </a:extLst>
          </a:blip>
          <a:stretch>
            <a:fillRect/>
          </a:stretch>
        </p:blipFill>
        <p:spPr>
          <a:xfrm>
            <a:off x="457200" y="1143000"/>
            <a:ext cx="7620000" cy="5257800"/>
          </a:xfrm>
        </p:spPr>
      </p:pic>
    </p:spTree>
    <p:extLst>
      <p:ext uri="{BB962C8B-B14F-4D97-AF65-F5344CB8AC3E}">
        <p14:creationId xmlns:p14="http://schemas.microsoft.com/office/powerpoint/2010/main" val="401968026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7467600" cy="639762"/>
          </a:xfrm>
        </p:spPr>
        <p:txBody>
          <a:bodyPr/>
          <a:lstStyle/>
          <a:p>
            <a:pPr marL="448033" lvl="0" indent="-448033" defTabSz="1792133">
              <a:spcBef>
                <a:spcPts val="1960"/>
              </a:spcBef>
              <a:defRPr/>
            </a:pPr>
            <a:r>
              <a:rPr lang="en-US" altLang="zh-TW" sz="3200" b="1" cap="none">
                <a:solidFill>
                  <a:schemeClr val="accent1">
                    <a:lumMod val="75000"/>
                  </a:schemeClr>
                </a:solidFill>
                <a:ea typeface="宋体" panose="02010600030101010101" pitchFamily="2" charset="-122"/>
                <a:cs typeface="Calibri" pitchFamily="34" charset="0"/>
              </a:rPr>
              <a:t>Decision Tree</a:t>
            </a:r>
            <a:endParaRPr lang="en-US" altLang="zh-TW" sz="3200" b="1" cap="none" dirty="0">
              <a:solidFill>
                <a:schemeClr val="accent1">
                  <a:lumMod val="75000"/>
                </a:schemeClr>
              </a:solidFill>
              <a:ea typeface="宋体" panose="02010600030101010101" pitchFamily="2" charset="-122"/>
              <a:cs typeface="Calibri" pitchFamily="34" charset="0"/>
            </a:endParaRPr>
          </a:p>
        </p:txBody>
      </p:sp>
      <p:pic>
        <p:nvPicPr>
          <p:cNvPr id="4" name="Content Placeholder 3"/>
          <p:cNvPicPr>
            <a:picLocks noGrp="1" noChangeAspect="1"/>
          </p:cNvPicPr>
          <p:nvPr>
            <p:ph sz="quarter" idx="1"/>
          </p:nvPr>
        </p:nvPicPr>
        <p:blipFill>
          <a:blip r:embed="rId2">
            <a:extLst>
              <a:ext uri="{28A0092B-C50C-407E-A947-70E740481C1C}">
                <a14:useLocalDpi xmlns:a14="http://schemas.microsoft.com/office/drawing/2010/main" val="0"/>
              </a:ext>
            </a:extLst>
          </a:blip>
          <a:stretch>
            <a:fillRect/>
          </a:stretch>
        </p:blipFill>
        <p:spPr>
          <a:xfrm>
            <a:off x="381000" y="1462854"/>
            <a:ext cx="7772400" cy="5014146"/>
          </a:xfrm>
        </p:spPr>
      </p:pic>
    </p:spTree>
    <p:extLst>
      <p:ext uri="{BB962C8B-B14F-4D97-AF65-F5344CB8AC3E}">
        <p14:creationId xmlns:p14="http://schemas.microsoft.com/office/powerpoint/2010/main" val="360232956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381000"/>
            <a:ext cx="7467600" cy="914400"/>
          </a:xfrm>
        </p:spPr>
        <p:txBody>
          <a:bodyPr>
            <a:normAutofit fontScale="90000"/>
          </a:bodyPr>
          <a:lstStyle/>
          <a:p>
            <a:pPr lvl="0"/>
            <a:r>
              <a:rPr lang="en-US" altLang="zh-CN" sz="3200" b="1" cap="none" dirty="0">
                <a:solidFill>
                  <a:schemeClr val="accent1">
                    <a:lumMod val="75000"/>
                  </a:schemeClr>
                </a:solidFill>
                <a:cs typeface="Calibri" pitchFamily="34" charset="0"/>
              </a:rPr>
              <a:t>Screenshots</a:t>
            </a:r>
            <a:br>
              <a:rPr lang="en-US" altLang="zh-CN" sz="3200" cap="none" dirty="0">
                <a:solidFill>
                  <a:schemeClr val="tx1">
                    <a:lumMod val="75000"/>
                    <a:lumOff val="25000"/>
                  </a:schemeClr>
                </a:solidFill>
                <a:latin typeface="Calibri" pitchFamily="34" charset="0"/>
                <a:cs typeface="Calibri" pitchFamily="34" charset="0"/>
              </a:rPr>
            </a:br>
            <a:endParaRPr lang="en-US" dirty="0"/>
          </a:p>
        </p:txBody>
      </p:sp>
      <p:sp>
        <p:nvSpPr>
          <p:cNvPr id="5" name="Title 1"/>
          <p:cNvSpPr txBox="1">
            <a:spLocks/>
          </p:cNvSpPr>
          <p:nvPr/>
        </p:nvSpPr>
        <p:spPr>
          <a:xfrm>
            <a:off x="609600" y="990600"/>
            <a:ext cx="7467600" cy="609600"/>
          </a:xfrm>
          <a:prstGeom prst="rect">
            <a:avLst/>
          </a:prstGeom>
        </p:spPr>
        <p:txBody>
          <a:bodyPr vert="horz" anchor="b">
            <a:normAutofit/>
          </a:bodyPr>
          <a:lstStyle/>
          <a:p>
            <a:pPr marL="0" marR="0" lvl="0" indent="0" algn="l" defTabSz="914400" rtl="0" eaLnBrk="1" fontAlgn="auto" latinLnBrk="0" hangingPunct="1">
              <a:lnSpc>
                <a:spcPct val="100000"/>
              </a:lnSpc>
              <a:spcBef>
                <a:spcPct val="0"/>
              </a:spcBef>
              <a:spcAft>
                <a:spcPts val="0"/>
              </a:spcAft>
              <a:buClrTx/>
              <a:buSzTx/>
              <a:buFontTx/>
              <a:buNone/>
              <a:tabLst/>
              <a:defRPr/>
            </a:pPr>
            <a:r>
              <a:rPr lang="en-US" sz="3200" dirty="0">
                <a:ea typeface="宋体" panose="02010600030101010101" pitchFamily="2" charset="-122"/>
                <a:cs typeface="Calibri" pitchFamily="34" charset="0"/>
              </a:rPr>
              <a:t>Login</a:t>
            </a:r>
            <a:endParaRPr kumimoji="0" lang="en-US" sz="3000" i="0" u="none" strike="noStrike" kern="1200" cap="small" spc="0" normalizeH="0" baseline="0" noProof="0" dirty="0">
              <a:ln>
                <a:noFill/>
              </a:ln>
              <a:effectLst/>
              <a:uLnTx/>
              <a:uFillTx/>
              <a:ea typeface="+mj-ea"/>
              <a:cs typeface="Calibri" pitchFamily="34" charset="0"/>
            </a:endParaRPr>
          </a:p>
        </p:txBody>
      </p:sp>
      <p:pic>
        <p:nvPicPr>
          <p:cNvPr id="6" name="Content Placeholder 5"/>
          <p:cNvPicPr>
            <a:picLocks noGrp="1" noChangeAspect="1"/>
          </p:cNvPicPr>
          <p:nvPr>
            <p:ph sz="quarter" idx="1"/>
          </p:nvPr>
        </p:nvPicPr>
        <p:blipFill>
          <a:blip r:embed="rId2">
            <a:extLst>
              <a:ext uri="{28A0092B-C50C-407E-A947-70E740481C1C}">
                <a14:useLocalDpi xmlns:a14="http://schemas.microsoft.com/office/drawing/2010/main" val="0"/>
              </a:ext>
            </a:extLst>
          </a:blip>
          <a:stretch>
            <a:fillRect/>
          </a:stretch>
        </p:blipFill>
        <p:spPr>
          <a:xfrm>
            <a:off x="457200" y="2856991"/>
            <a:ext cx="7467600" cy="2360043"/>
          </a:xfrm>
        </p:spPr>
      </p:pic>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381000"/>
            <a:ext cx="7467600" cy="914400"/>
          </a:xfrm>
        </p:spPr>
        <p:txBody>
          <a:bodyPr>
            <a:normAutofit fontScale="90000"/>
          </a:bodyPr>
          <a:lstStyle/>
          <a:p>
            <a:pPr lvl="0"/>
            <a:r>
              <a:rPr lang="en-US" altLang="zh-CN" sz="3200" b="1" cap="none" dirty="0">
                <a:solidFill>
                  <a:schemeClr val="accent1">
                    <a:lumMod val="75000"/>
                  </a:schemeClr>
                </a:solidFill>
                <a:cs typeface="Calibri" pitchFamily="34" charset="0"/>
              </a:rPr>
              <a:t>Screenshots</a:t>
            </a:r>
            <a:br>
              <a:rPr lang="en-US" altLang="zh-CN" sz="3200" cap="none" dirty="0">
                <a:solidFill>
                  <a:schemeClr val="tx1">
                    <a:lumMod val="75000"/>
                    <a:lumOff val="25000"/>
                  </a:schemeClr>
                </a:solidFill>
                <a:latin typeface="Calibri" pitchFamily="34" charset="0"/>
                <a:cs typeface="Calibri" pitchFamily="34" charset="0"/>
              </a:rPr>
            </a:br>
            <a:endParaRPr lang="en-US" dirty="0"/>
          </a:p>
        </p:txBody>
      </p:sp>
      <p:sp>
        <p:nvSpPr>
          <p:cNvPr id="5" name="Title 1"/>
          <p:cNvSpPr txBox="1">
            <a:spLocks/>
          </p:cNvSpPr>
          <p:nvPr/>
        </p:nvSpPr>
        <p:spPr>
          <a:xfrm>
            <a:off x="609600" y="990600"/>
            <a:ext cx="7467600" cy="609600"/>
          </a:xfrm>
          <a:prstGeom prst="rect">
            <a:avLst/>
          </a:prstGeom>
        </p:spPr>
        <p:txBody>
          <a:bodyPr vert="horz" anchor="b">
            <a:normAutofit/>
          </a:bodyPr>
          <a:lstStyle/>
          <a:p>
            <a:pPr marL="0" marR="0" lvl="0" indent="0" algn="l" defTabSz="914400" rtl="0" eaLnBrk="1" fontAlgn="auto" latinLnBrk="0" hangingPunct="1">
              <a:lnSpc>
                <a:spcPct val="100000"/>
              </a:lnSpc>
              <a:spcBef>
                <a:spcPct val="0"/>
              </a:spcBef>
              <a:spcAft>
                <a:spcPts val="0"/>
              </a:spcAft>
              <a:buClrTx/>
              <a:buSzTx/>
              <a:buFontTx/>
              <a:buNone/>
              <a:tabLst/>
              <a:defRPr/>
            </a:pPr>
            <a:r>
              <a:rPr lang="en-US" sz="3200" dirty="0">
                <a:ea typeface="宋体" panose="02010600030101010101" pitchFamily="2" charset="-122"/>
                <a:cs typeface="Calibri" pitchFamily="34" charset="0"/>
              </a:rPr>
              <a:t>Login</a:t>
            </a:r>
            <a:endParaRPr kumimoji="0" lang="en-US" sz="3000" i="0" u="none" strike="noStrike" kern="1200" cap="small" spc="0" normalizeH="0" baseline="0" noProof="0" dirty="0">
              <a:ln>
                <a:noFill/>
              </a:ln>
              <a:effectLst/>
              <a:uLnTx/>
              <a:uFillTx/>
              <a:ea typeface="+mj-ea"/>
              <a:cs typeface="Calibri" pitchFamily="34" charset="0"/>
            </a:endParaRPr>
          </a:p>
        </p:txBody>
      </p:sp>
      <p:pic>
        <p:nvPicPr>
          <p:cNvPr id="4" name="Content Placeholder 3"/>
          <p:cNvPicPr>
            <a:picLocks noGrp="1" noChangeAspect="1"/>
          </p:cNvPicPr>
          <p:nvPr>
            <p:ph sz="quarter" idx="1"/>
          </p:nvPr>
        </p:nvPicPr>
        <p:blipFill>
          <a:blip r:embed="rId2">
            <a:extLst>
              <a:ext uri="{28A0092B-C50C-407E-A947-70E740481C1C}">
                <a14:useLocalDpi xmlns:a14="http://schemas.microsoft.com/office/drawing/2010/main" val="0"/>
              </a:ext>
            </a:extLst>
          </a:blip>
          <a:stretch>
            <a:fillRect/>
          </a:stretch>
        </p:blipFill>
        <p:spPr>
          <a:xfrm>
            <a:off x="457200" y="2351994"/>
            <a:ext cx="7467600" cy="3370036"/>
          </a:xfrm>
        </p:spPr>
      </p:pic>
    </p:spTree>
    <p:extLst>
      <p:ext uri="{BB962C8B-B14F-4D97-AF65-F5344CB8AC3E}">
        <p14:creationId xmlns:p14="http://schemas.microsoft.com/office/powerpoint/2010/main" val="131361443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1"/>
          <p:cNvSpPr txBox="1">
            <a:spLocks/>
          </p:cNvSpPr>
          <p:nvPr/>
        </p:nvSpPr>
        <p:spPr>
          <a:xfrm>
            <a:off x="609600" y="685800"/>
            <a:ext cx="7467600" cy="609600"/>
          </a:xfrm>
          <a:prstGeom prst="rect">
            <a:avLst/>
          </a:prstGeom>
        </p:spPr>
        <p:txBody>
          <a:bodyPr vert="horz" anchor="b">
            <a:normAutofit/>
          </a:bodyPr>
          <a:lstStyle/>
          <a:p>
            <a:pPr marL="0" marR="0" lvl="0" indent="0" algn="l" defTabSz="914400" rtl="0" eaLnBrk="1" fontAlgn="auto" latinLnBrk="0" hangingPunct="1">
              <a:lnSpc>
                <a:spcPct val="100000"/>
              </a:lnSpc>
              <a:spcBef>
                <a:spcPct val="0"/>
              </a:spcBef>
              <a:spcAft>
                <a:spcPts val="0"/>
              </a:spcAft>
              <a:buClrTx/>
              <a:buSzTx/>
              <a:buFontTx/>
              <a:buNone/>
              <a:tabLst/>
              <a:defRPr/>
            </a:pPr>
            <a:r>
              <a:rPr lang="en-US" sz="3200" dirty="0">
                <a:ea typeface="宋体" panose="02010600030101010101" pitchFamily="2" charset="-122"/>
                <a:cs typeface="Calibri" pitchFamily="34" charset="0"/>
              </a:rPr>
              <a:t>Home</a:t>
            </a:r>
            <a:endParaRPr kumimoji="0" lang="en-US" sz="3000" i="0" u="none" strike="noStrike" kern="1200" cap="small" spc="0" normalizeH="0" baseline="0" noProof="0" dirty="0">
              <a:ln>
                <a:noFill/>
              </a:ln>
              <a:effectLst/>
              <a:uLnTx/>
              <a:uFillTx/>
              <a:ea typeface="+mj-ea"/>
              <a:cs typeface="Calibri" pitchFamily="34" charset="0"/>
            </a:endParaRPr>
          </a:p>
        </p:txBody>
      </p:sp>
      <p:pic>
        <p:nvPicPr>
          <p:cNvPr id="3" name="Content Placeholder 2"/>
          <p:cNvPicPr>
            <a:picLocks noGrp="1" noChangeAspect="1"/>
          </p:cNvPicPr>
          <p:nvPr>
            <p:ph sz="quarter" idx="1"/>
          </p:nvPr>
        </p:nvPicPr>
        <p:blipFill>
          <a:blip r:embed="rId2" cstate="print">
            <a:extLst>
              <a:ext uri="{28A0092B-C50C-407E-A947-70E740481C1C}">
                <a14:useLocalDpi xmlns:a14="http://schemas.microsoft.com/office/drawing/2010/main" val="0"/>
              </a:ext>
            </a:extLst>
          </a:blip>
          <a:stretch>
            <a:fillRect/>
          </a:stretch>
        </p:blipFill>
        <p:spPr>
          <a:xfrm>
            <a:off x="457200" y="2360891"/>
            <a:ext cx="7467600" cy="3352243"/>
          </a:xfrm>
        </p:spPr>
      </p:pic>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1"/>
          <p:cNvSpPr txBox="1">
            <a:spLocks/>
          </p:cNvSpPr>
          <p:nvPr/>
        </p:nvSpPr>
        <p:spPr>
          <a:xfrm>
            <a:off x="762000" y="457200"/>
            <a:ext cx="7467600" cy="609600"/>
          </a:xfrm>
          <a:prstGeom prst="rect">
            <a:avLst/>
          </a:prstGeom>
        </p:spPr>
        <p:txBody>
          <a:bodyPr vert="horz" anchor="b">
            <a:normAutofit/>
          </a:bodyPr>
          <a:lstStyle/>
          <a:p>
            <a:pPr marL="0" marR="0" lvl="0" indent="0" algn="l" defTabSz="914400" rtl="0" eaLnBrk="1" fontAlgn="auto" latinLnBrk="0" hangingPunct="1">
              <a:lnSpc>
                <a:spcPct val="100000"/>
              </a:lnSpc>
              <a:spcBef>
                <a:spcPct val="0"/>
              </a:spcBef>
              <a:spcAft>
                <a:spcPts val="0"/>
              </a:spcAft>
              <a:buClrTx/>
              <a:buSzTx/>
              <a:buFontTx/>
              <a:buNone/>
              <a:tabLst/>
              <a:defRPr/>
            </a:pPr>
            <a:r>
              <a:rPr lang="en-US" sz="3200" dirty="0">
                <a:ea typeface="宋体" panose="02010600030101010101" pitchFamily="2" charset="-122"/>
                <a:cs typeface="Calibri" pitchFamily="34" charset="0"/>
              </a:rPr>
              <a:t>Add</a:t>
            </a:r>
            <a:r>
              <a:rPr lang="en-US" sz="3200" noProof="0" dirty="0">
                <a:ea typeface="宋体" panose="02010600030101010101" pitchFamily="2" charset="-122"/>
                <a:cs typeface="Calibri" pitchFamily="34" charset="0"/>
              </a:rPr>
              <a:t> Student</a:t>
            </a:r>
            <a:endParaRPr kumimoji="0" lang="en-US" sz="3000" i="0" u="none" strike="noStrike" kern="1200" cap="small" spc="0" normalizeH="0" baseline="0" noProof="0" dirty="0">
              <a:ln>
                <a:noFill/>
              </a:ln>
              <a:effectLst/>
              <a:uLnTx/>
              <a:uFillTx/>
              <a:ea typeface="+mj-ea"/>
              <a:cs typeface="Calibri" pitchFamily="34" charset="0"/>
            </a:endParaRPr>
          </a:p>
        </p:txBody>
      </p:sp>
      <p:pic>
        <p:nvPicPr>
          <p:cNvPr id="3" name="Content Placeholder 2"/>
          <p:cNvPicPr>
            <a:picLocks noGrp="1" noChangeAspect="1"/>
          </p:cNvPicPr>
          <p:nvPr>
            <p:ph sz="quarter" idx="1"/>
          </p:nvPr>
        </p:nvPicPr>
        <p:blipFill>
          <a:blip r:embed="rId2" cstate="print">
            <a:extLst>
              <a:ext uri="{28A0092B-C50C-407E-A947-70E740481C1C}">
                <a14:useLocalDpi xmlns:a14="http://schemas.microsoft.com/office/drawing/2010/main" val="0"/>
              </a:ext>
            </a:extLst>
          </a:blip>
          <a:stretch>
            <a:fillRect/>
          </a:stretch>
        </p:blipFill>
        <p:spPr>
          <a:xfrm>
            <a:off x="457200" y="2351480"/>
            <a:ext cx="7467600" cy="3371065"/>
          </a:xfrm>
        </p:spPr>
      </p:pic>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1"/>
          <p:cNvSpPr txBox="1">
            <a:spLocks/>
          </p:cNvSpPr>
          <p:nvPr/>
        </p:nvSpPr>
        <p:spPr>
          <a:xfrm>
            <a:off x="685800" y="609600"/>
            <a:ext cx="7467600" cy="609600"/>
          </a:xfrm>
          <a:prstGeom prst="rect">
            <a:avLst/>
          </a:prstGeom>
        </p:spPr>
        <p:txBody>
          <a:bodyPr vert="horz" anchor="b">
            <a:normAutofit/>
          </a:bodyPr>
          <a:lstStyle/>
          <a:p>
            <a:pPr marL="0" marR="0" lvl="0" indent="0" algn="l" defTabSz="914400" rtl="0" eaLnBrk="1" fontAlgn="auto" latinLnBrk="0" hangingPunct="1">
              <a:lnSpc>
                <a:spcPct val="100000"/>
              </a:lnSpc>
              <a:spcBef>
                <a:spcPct val="0"/>
              </a:spcBef>
              <a:spcAft>
                <a:spcPts val="0"/>
              </a:spcAft>
              <a:buClrTx/>
              <a:buSzTx/>
              <a:buFontTx/>
              <a:buNone/>
              <a:tabLst/>
              <a:defRPr/>
            </a:pPr>
            <a:r>
              <a:rPr lang="en-US" sz="3200" dirty="0">
                <a:ea typeface="宋体" panose="02010600030101010101" pitchFamily="2" charset="-122"/>
                <a:cs typeface="Calibri" pitchFamily="34" charset="0"/>
              </a:rPr>
              <a:t>View Student</a:t>
            </a:r>
            <a:endParaRPr kumimoji="0" lang="en-US" sz="3000" i="0" u="none" strike="noStrike" kern="1200" cap="small" spc="0" normalizeH="0" baseline="0" noProof="0" dirty="0">
              <a:ln>
                <a:noFill/>
              </a:ln>
              <a:effectLst/>
              <a:uLnTx/>
              <a:uFillTx/>
              <a:ea typeface="+mj-ea"/>
              <a:cs typeface="Calibri" pitchFamily="34" charset="0"/>
            </a:endParaRPr>
          </a:p>
        </p:txBody>
      </p:sp>
      <p:pic>
        <p:nvPicPr>
          <p:cNvPr id="3" name="Content Placeholder 2"/>
          <p:cNvPicPr>
            <a:picLocks noGrp="1" noChangeAspect="1"/>
          </p:cNvPicPr>
          <p:nvPr>
            <p:ph sz="quarter" idx="1"/>
          </p:nvPr>
        </p:nvPicPr>
        <p:blipFill>
          <a:blip r:embed="rId2" cstate="print">
            <a:extLst>
              <a:ext uri="{28A0092B-C50C-407E-A947-70E740481C1C}">
                <a14:useLocalDpi xmlns:a14="http://schemas.microsoft.com/office/drawing/2010/main" val="0"/>
              </a:ext>
            </a:extLst>
          </a:blip>
          <a:stretch>
            <a:fillRect/>
          </a:stretch>
        </p:blipFill>
        <p:spPr>
          <a:xfrm>
            <a:off x="457200" y="2359818"/>
            <a:ext cx="7467600" cy="3354388"/>
          </a:xfrm>
        </p:spPr>
      </p:pic>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1"/>
          <p:cNvSpPr txBox="1">
            <a:spLocks/>
          </p:cNvSpPr>
          <p:nvPr/>
        </p:nvSpPr>
        <p:spPr>
          <a:xfrm>
            <a:off x="685800" y="609600"/>
            <a:ext cx="7467600" cy="609600"/>
          </a:xfrm>
          <a:prstGeom prst="rect">
            <a:avLst/>
          </a:prstGeom>
        </p:spPr>
        <p:txBody>
          <a:bodyPr vert="horz" anchor="b">
            <a:normAutofit/>
          </a:bodyPr>
          <a:lstStyle/>
          <a:p>
            <a:pPr marL="0" marR="0" lvl="0" indent="0" algn="l" defTabSz="914400" rtl="0" eaLnBrk="1" fontAlgn="auto" latinLnBrk="0" hangingPunct="1">
              <a:lnSpc>
                <a:spcPct val="100000"/>
              </a:lnSpc>
              <a:spcBef>
                <a:spcPct val="0"/>
              </a:spcBef>
              <a:spcAft>
                <a:spcPts val="0"/>
              </a:spcAft>
              <a:buClrTx/>
              <a:buSzTx/>
              <a:buFontTx/>
              <a:buNone/>
              <a:tabLst/>
              <a:defRPr/>
            </a:pPr>
            <a:r>
              <a:rPr lang="en-US" sz="3200" noProof="0" dirty="0">
                <a:ea typeface="宋体" panose="02010600030101010101" pitchFamily="2" charset="-122"/>
                <a:cs typeface="Calibri" pitchFamily="34" charset="0"/>
              </a:rPr>
              <a:t>Edit Student</a:t>
            </a:r>
            <a:endParaRPr kumimoji="0" lang="en-US" sz="3000" i="0" u="none" strike="noStrike" kern="1200" cap="small" spc="0" normalizeH="0" baseline="0" noProof="0" dirty="0">
              <a:ln>
                <a:noFill/>
              </a:ln>
              <a:effectLst/>
              <a:uLnTx/>
              <a:uFillTx/>
              <a:ea typeface="+mj-ea"/>
              <a:cs typeface="Calibri" pitchFamily="34" charset="0"/>
            </a:endParaRPr>
          </a:p>
        </p:txBody>
      </p:sp>
      <p:pic>
        <p:nvPicPr>
          <p:cNvPr id="3" name="Content Placeholder 2"/>
          <p:cNvPicPr>
            <a:picLocks noGrp="1" noChangeAspect="1"/>
          </p:cNvPicPr>
          <p:nvPr>
            <p:ph sz="quarter" idx="1"/>
          </p:nvPr>
        </p:nvPicPr>
        <p:blipFill>
          <a:blip r:embed="rId2" cstate="print">
            <a:extLst>
              <a:ext uri="{28A0092B-C50C-407E-A947-70E740481C1C}">
                <a14:useLocalDpi xmlns:a14="http://schemas.microsoft.com/office/drawing/2010/main" val="0"/>
              </a:ext>
            </a:extLst>
          </a:blip>
          <a:stretch>
            <a:fillRect/>
          </a:stretch>
        </p:blipFill>
        <p:spPr>
          <a:xfrm>
            <a:off x="457200" y="2339831"/>
            <a:ext cx="7467600" cy="3394363"/>
          </a:xfrm>
        </p:spPr>
      </p:pic>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1"/>
          <p:cNvSpPr txBox="1">
            <a:spLocks/>
          </p:cNvSpPr>
          <p:nvPr/>
        </p:nvSpPr>
        <p:spPr>
          <a:xfrm>
            <a:off x="685800" y="609600"/>
            <a:ext cx="7467600" cy="609600"/>
          </a:xfrm>
          <a:prstGeom prst="rect">
            <a:avLst/>
          </a:prstGeom>
        </p:spPr>
        <p:txBody>
          <a:bodyPr vert="horz" anchor="b">
            <a:normAutofit/>
          </a:bodyPr>
          <a:lstStyle/>
          <a:p>
            <a:pPr marL="0" marR="0" lvl="0" indent="0" algn="l" defTabSz="914400" rtl="0" eaLnBrk="1" fontAlgn="auto" latinLnBrk="0" hangingPunct="1">
              <a:lnSpc>
                <a:spcPct val="100000"/>
              </a:lnSpc>
              <a:spcBef>
                <a:spcPct val="0"/>
              </a:spcBef>
              <a:spcAft>
                <a:spcPts val="0"/>
              </a:spcAft>
              <a:buClrTx/>
              <a:buSzTx/>
              <a:buFontTx/>
              <a:buNone/>
              <a:tabLst/>
              <a:defRPr/>
            </a:pPr>
            <a:r>
              <a:rPr lang="en-US" sz="3200" noProof="0" dirty="0">
                <a:ea typeface="宋体" panose="02010600030101010101" pitchFamily="2" charset="-122"/>
                <a:cs typeface="Calibri" pitchFamily="34" charset="0"/>
              </a:rPr>
              <a:t>Result</a:t>
            </a:r>
            <a:endParaRPr kumimoji="0" lang="en-US" sz="3000" i="0" u="none" strike="noStrike" kern="1200" cap="small" spc="0" normalizeH="0" baseline="0" noProof="0" dirty="0">
              <a:ln>
                <a:noFill/>
              </a:ln>
              <a:effectLst/>
              <a:uLnTx/>
              <a:uFillTx/>
              <a:ea typeface="+mj-ea"/>
              <a:cs typeface="Calibri" pitchFamily="34" charset="0"/>
            </a:endParaRPr>
          </a:p>
        </p:txBody>
      </p:sp>
      <p:pic>
        <p:nvPicPr>
          <p:cNvPr id="3" name="Content Placeholder 2"/>
          <p:cNvPicPr>
            <a:picLocks noGrp="1" noChangeAspect="1"/>
          </p:cNvPicPr>
          <p:nvPr>
            <p:ph sz="quarter" idx="1"/>
          </p:nvPr>
        </p:nvPicPr>
        <p:blipFill>
          <a:blip r:embed="rId2">
            <a:extLst>
              <a:ext uri="{28A0092B-C50C-407E-A947-70E740481C1C}">
                <a14:useLocalDpi xmlns:a14="http://schemas.microsoft.com/office/drawing/2010/main" val="0"/>
              </a:ext>
            </a:extLst>
          </a:blip>
          <a:stretch>
            <a:fillRect/>
          </a:stretch>
        </p:blipFill>
        <p:spPr>
          <a:xfrm>
            <a:off x="457200" y="2351994"/>
            <a:ext cx="7467600" cy="3370036"/>
          </a:xfrm>
        </p:spPr>
      </p:pic>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1"/>
          <p:cNvSpPr txBox="1">
            <a:spLocks/>
          </p:cNvSpPr>
          <p:nvPr/>
        </p:nvSpPr>
        <p:spPr>
          <a:xfrm>
            <a:off x="685800" y="609600"/>
            <a:ext cx="7467600" cy="609600"/>
          </a:xfrm>
          <a:prstGeom prst="rect">
            <a:avLst/>
          </a:prstGeom>
        </p:spPr>
        <p:txBody>
          <a:bodyPr vert="horz" anchor="b">
            <a:normAutofit/>
          </a:bodyPr>
          <a:lstStyle/>
          <a:p>
            <a:pPr lvl="0">
              <a:spcBef>
                <a:spcPct val="0"/>
              </a:spcBef>
            </a:pPr>
            <a:r>
              <a:rPr lang="en-US" sz="3200" noProof="0" dirty="0">
                <a:ea typeface="宋体" panose="02010600030101010101" pitchFamily="2" charset="-122"/>
                <a:cs typeface="Calibri" pitchFamily="34" charset="0"/>
              </a:rPr>
              <a:t>View Results</a:t>
            </a:r>
            <a:endParaRPr kumimoji="0" lang="en-US" sz="3000" i="0" u="none" strike="noStrike" kern="1200" cap="small" spc="0" normalizeH="0" baseline="0" noProof="0" dirty="0">
              <a:ln>
                <a:noFill/>
              </a:ln>
              <a:effectLst/>
              <a:uLnTx/>
              <a:uFillTx/>
              <a:ea typeface="+mj-ea"/>
              <a:cs typeface="Calibri" pitchFamily="34" charset="0"/>
            </a:endParaRPr>
          </a:p>
        </p:txBody>
      </p:sp>
      <p:pic>
        <p:nvPicPr>
          <p:cNvPr id="3" name="Content Placeholder 2"/>
          <p:cNvPicPr>
            <a:picLocks noGrp="1" noChangeAspect="1"/>
          </p:cNvPicPr>
          <p:nvPr>
            <p:ph sz="quarter" idx="1"/>
          </p:nvPr>
        </p:nvPicPr>
        <p:blipFill>
          <a:blip r:embed="rId2">
            <a:extLst>
              <a:ext uri="{28A0092B-C50C-407E-A947-70E740481C1C}">
                <a14:useLocalDpi xmlns:a14="http://schemas.microsoft.com/office/drawing/2010/main" val="0"/>
              </a:ext>
            </a:extLst>
          </a:blip>
          <a:stretch>
            <a:fillRect/>
          </a:stretch>
        </p:blipFill>
        <p:spPr>
          <a:xfrm>
            <a:off x="776287" y="2117725"/>
            <a:ext cx="6829425" cy="3838575"/>
          </a:xfrm>
        </p:spPr>
      </p:pic>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7467600" cy="639762"/>
          </a:xfrm>
        </p:spPr>
        <p:txBody>
          <a:bodyPr/>
          <a:lstStyle/>
          <a:p>
            <a:pPr marL="448033" lvl="0" indent="-448033" defTabSz="1792133">
              <a:spcBef>
                <a:spcPts val="1960"/>
              </a:spcBef>
              <a:defRPr/>
            </a:pPr>
            <a:r>
              <a:rPr lang="en-US" altLang="zh-TW" sz="3200" b="1" cap="none" dirty="0">
                <a:solidFill>
                  <a:schemeClr val="accent1">
                    <a:lumMod val="75000"/>
                  </a:schemeClr>
                </a:solidFill>
                <a:ea typeface="宋体" panose="02010600030101010101" pitchFamily="2" charset="-122"/>
                <a:cs typeface="Calibri" pitchFamily="34" charset="0"/>
              </a:rPr>
              <a:t>Conclusion</a:t>
            </a:r>
          </a:p>
        </p:txBody>
      </p:sp>
      <p:sp>
        <p:nvSpPr>
          <p:cNvPr id="3" name="Content Placeholder 2"/>
          <p:cNvSpPr>
            <a:spLocks noGrp="1"/>
          </p:cNvSpPr>
          <p:nvPr>
            <p:ph sz="quarter" idx="1"/>
          </p:nvPr>
        </p:nvSpPr>
        <p:spPr>
          <a:xfrm>
            <a:off x="1066800" y="2362200"/>
            <a:ext cx="7467600" cy="3429000"/>
          </a:xfrm>
        </p:spPr>
        <p:txBody>
          <a:bodyPr>
            <a:normAutofit/>
          </a:bodyPr>
          <a:lstStyle/>
          <a:p>
            <a:pPr marL="457200" indent="-457200">
              <a:buFont typeface="+mj-lt"/>
              <a:buAutoNum type="arabicPeriod"/>
            </a:pPr>
            <a:endParaRPr lang="en-US" sz="2000" dirty="0"/>
          </a:p>
          <a:p>
            <a:pPr marL="457200" indent="-457200">
              <a:buFont typeface="+mj-lt"/>
              <a:buAutoNum type="arabicPeriod"/>
            </a:pPr>
            <a:endParaRPr lang="en-US" sz="2000" dirty="0"/>
          </a:p>
        </p:txBody>
      </p:sp>
      <p:sp>
        <p:nvSpPr>
          <p:cNvPr id="4" name="Title 1"/>
          <p:cNvSpPr txBox="1">
            <a:spLocks/>
          </p:cNvSpPr>
          <p:nvPr/>
        </p:nvSpPr>
        <p:spPr>
          <a:xfrm>
            <a:off x="457200" y="1600200"/>
            <a:ext cx="7924800" cy="1676400"/>
          </a:xfrm>
          <a:prstGeom prst="rect">
            <a:avLst/>
          </a:prstGeom>
        </p:spPr>
        <p:txBody>
          <a:bodyPr vert="horz" anchor="b">
            <a:normAutofit/>
          </a:bodyPr>
          <a:lstStyle/>
          <a:p>
            <a:pPr lvl="0">
              <a:spcBef>
                <a:spcPct val="0"/>
              </a:spcBef>
              <a:defRPr/>
            </a:pPr>
            <a:r>
              <a:rPr lang="en-US" sz="2000" dirty="0"/>
              <a:t>Student management systems make faculty jobs more accessible by giving them an easy place to find and sort information. This system allows teachers and student managers to follow with their student engagement. </a:t>
            </a:r>
            <a:endParaRPr kumimoji="0" lang="en-US" sz="2000" i="0" u="none" strike="noStrike" kern="1200" cap="small" spc="0" normalizeH="0" baseline="0" noProof="0" dirty="0">
              <a:ln>
                <a:noFill/>
              </a:ln>
              <a:effectLst/>
              <a:uLnTx/>
              <a:uFillTx/>
              <a:ea typeface="+mj-ea"/>
              <a:cs typeface="Calibri" pitchFamily="34" charset="0"/>
            </a:endParaRP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7467600" cy="639762"/>
          </a:xfrm>
        </p:spPr>
        <p:txBody>
          <a:bodyPr>
            <a:normAutofit fontScale="90000"/>
          </a:bodyPr>
          <a:lstStyle/>
          <a:p>
            <a:pPr algn="l"/>
            <a:r>
              <a:rPr lang="en-US" sz="3600" b="1" dirty="0">
                <a:solidFill>
                  <a:schemeClr val="accent1">
                    <a:lumMod val="75000"/>
                  </a:schemeClr>
                </a:solidFill>
              </a:rPr>
              <a:t>References</a:t>
            </a:r>
          </a:p>
        </p:txBody>
      </p:sp>
      <p:sp>
        <p:nvSpPr>
          <p:cNvPr id="3" name="Content Placeholder 2"/>
          <p:cNvSpPr>
            <a:spLocks noGrp="1"/>
          </p:cNvSpPr>
          <p:nvPr>
            <p:ph sz="quarter" idx="1"/>
          </p:nvPr>
        </p:nvSpPr>
        <p:spPr>
          <a:xfrm>
            <a:off x="457200" y="1143000"/>
            <a:ext cx="8229600" cy="4525963"/>
          </a:xfrm>
        </p:spPr>
        <p:txBody>
          <a:bodyPr>
            <a:normAutofit/>
          </a:bodyPr>
          <a:lstStyle/>
          <a:p>
            <a:endParaRPr lang="en-US" dirty="0"/>
          </a:p>
          <a:p>
            <a:endParaRPr lang="en-US" dirty="0"/>
          </a:p>
          <a:p>
            <a:r>
              <a:rPr lang="en-US" dirty="0"/>
              <a:t> https://nodejs.org/en/ </a:t>
            </a:r>
          </a:p>
          <a:p>
            <a:r>
              <a:rPr lang="en-US" dirty="0"/>
              <a:t> www.msdn.microsoft.com </a:t>
            </a:r>
          </a:p>
          <a:p>
            <a:r>
              <a:rPr lang="en-US" dirty="0"/>
              <a:t> http://sourceforge.net/ </a:t>
            </a:r>
          </a:p>
          <a:p>
            <a:r>
              <a:rPr lang="en-US" dirty="0"/>
              <a:t> http://www.gnu.org </a:t>
            </a:r>
          </a:p>
          <a:p>
            <a:r>
              <a:rPr lang="en-US" dirty="0"/>
              <a:t> http://www.thefreecountry.com </a:t>
            </a:r>
          </a:p>
          <a:p>
            <a:r>
              <a:rPr lang="en-US" dirty="0"/>
              <a:t> http://www.1001tutorials.com/ </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514600" y="2286000"/>
            <a:ext cx="3962400" cy="914400"/>
          </a:xfrm>
        </p:spPr>
        <p:txBody>
          <a:bodyPr>
            <a:noAutofit/>
          </a:bodyPr>
          <a:lstStyle/>
          <a:p>
            <a:r>
              <a:rPr lang="en-US" sz="4000" b="1" dirty="0">
                <a:solidFill>
                  <a:schemeClr val="accent1">
                    <a:lumMod val="75000"/>
                  </a:schemeClr>
                </a:solidFill>
              </a:rPr>
              <a:t>Thank You</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Oriel">
  <a:themeElements>
    <a:clrScheme name="Oriel">
      <a:dk1>
        <a:sysClr val="windowText" lastClr="000000"/>
      </a:dk1>
      <a:lt1>
        <a:sysClr val="window" lastClr="FFFFFF"/>
      </a:lt1>
      <a:dk2>
        <a:srgbClr val="575F6D"/>
      </a:dk2>
      <a:lt2>
        <a:srgbClr val="FFF39D"/>
      </a:lt2>
      <a:accent1>
        <a:srgbClr val="FE8637"/>
      </a:accent1>
      <a:accent2>
        <a:srgbClr val="7598D9"/>
      </a:accent2>
      <a:accent3>
        <a:srgbClr val="B32C16"/>
      </a:accent3>
      <a:accent4>
        <a:srgbClr val="F5CD2D"/>
      </a:accent4>
      <a:accent5>
        <a:srgbClr val="AEBAD5"/>
      </a:accent5>
      <a:accent6>
        <a:srgbClr val="777C84"/>
      </a:accent6>
      <a:hlink>
        <a:srgbClr val="D2611C"/>
      </a:hlink>
      <a:folHlink>
        <a:srgbClr val="3B435B"/>
      </a:folHlink>
    </a:clrScheme>
    <a:fontScheme name="Oriel">
      <a:majorFont>
        <a:latin typeface="Century Schoolbook"/>
        <a:ea typeface=""/>
        <a:cs typeface=""/>
        <a:font script="Jpan" typeface="ＭＳ Ｐ明朝"/>
        <a:font script="Hang" typeface="휴먼매직체"/>
        <a:font script="Hans" typeface="华文楷体"/>
        <a:font script="Hant" typeface="新細明體"/>
        <a:font script="Arab" typeface="Times New Roman"/>
        <a:font script="Hebr" typeface="Times New Roman"/>
        <a:font script="Thai" typeface="KodchiangUPC"/>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entury Schoolbook"/>
        <a:ea typeface=""/>
        <a:cs typeface=""/>
        <a:font script="Jpan" typeface="ＭＳ Ｐ明朝"/>
        <a:font script="Hang" typeface="휴먼매직체"/>
        <a:font script="Hans" typeface="宋体"/>
        <a:font script="Hant" typeface="新細明體"/>
        <a:font script="Arab" typeface="Times New Roman"/>
        <a:font script="Hebr" typeface="Times New Roman"/>
        <a:font script="Thai" typeface="KodchiangUPC"/>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inorFont>
    </a:fontScheme>
    <a:fmtScheme name="Oriel">
      <a:fillStyleLst>
        <a:solidFill>
          <a:schemeClr val="phClr"/>
        </a:solidFill>
        <a:gradFill rotWithShape="1">
          <a:gsLst>
            <a:gs pos="0">
              <a:schemeClr val="phClr">
                <a:tint val="35000"/>
                <a:satMod val="260000"/>
              </a:schemeClr>
            </a:gs>
            <a:gs pos="30000">
              <a:schemeClr val="phClr">
                <a:tint val="38000"/>
                <a:satMod val="260000"/>
              </a:schemeClr>
            </a:gs>
            <a:gs pos="75000">
              <a:schemeClr val="phClr">
                <a:tint val="55000"/>
                <a:satMod val="255000"/>
              </a:schemeClr>
            </a:gs>
            <a:gs pos="100000">
              <a:schemeClr val="phClr">
                <a:tint val="70000"/>
                <a:satMod val="255000"/>
              </a:schemeClr>
            </a:gs>
          </a:gsLst>
          <a:path path="circle">
            <a:fillToRect l="5000" t="100000" r="120000" b="10000"/>
          </a:path>
        </a:gradFill>
        <a:gradFill rotWithShape="1">
          <a:gsLst>
            <a:gs pos="0">
              <a:schemeClr val="phClr">
                <a:shade val="63000"/>
                <a:satMod val="165000"/>
              </a:schemeClr>
            </a:gs>
            <a:gs pos="30000">
              <a:schemeClr val="phClr">
                <a:shade val="58000"/>
                <a:satMod val="165000"/>
              </a:schemeClr>
            </a:gs>
            <a:gs pos="75000">
              <a:schemeClr val="phClr">
                <a:shade val="30000"/>
                <a:satMod val="175000"/>
              </a:schemeClr>
            </a:gs>
            <a:gs pos="100000">
              <a:schemeClr val="phClr">
                <a:shade val="15000"/>
                <a:satMod val="175000"/>
              </a:schemeClr>
            </a:gs>
          </a:gsLst>
          <a:path path="circle">
            <a:fillToRect l="5000" t="100000" r="120000" b="10000"/>
          </a:path>
        </a:gradFill>
      </a:fillStyleLst>
      <a:lnStyleLst>
        <a:ln w="12700" cap="flat" cmpd="sng" algn="ctr">
          <a:solidFill>
            <a:schemeClr val="phClr">
              <a:shade val="70000"/>
              <a:satMod val="150000"/>
            </a:schemeClr>
          </a:solidFill>
          <a:prstDash val="solid"/>
        </a:ln>
        <a:ln w="25400" cap="flat" cmpd="sng" algn="ctr">
          <a:solidFill>
            <a:schemeClr val="phClr"/>
          </a:solidFill>
          <a:prstDash val="solid"/>
        </a:ln>
        <a:ln w="34925" cap="flat" cmpd="sng" algn="ctr">
          <a:solidFill>
            <a:schemeClr val="phClr"/>
          </a:solidFill>
          <a:prstDash val="solid"/>
        </a:ln>
      </a:lnStyleLst>
      <a:effectStyleLst>
        <a:effectStyle>
          <a:effectLst>
            <a:outerShdw blurRad="50800" dist="25000" dir="5400000" rotWithShape="0">
              <a:srgbClr val="000000">
                <a:alpha val="40000"/>
              </a:srgbClr>
            </a:outerShdw>
          </a:effectLst>
        </a:effectStyle>
        <a:effectStyle>
          <a:effectLst>
            <a:outerShdw blurRad="50800" dist="20000" dir="5400000" rotWithShape="0">
              <a:srgbClr val="000000">
                <a:alpha val="42000"/>
              </a:srgbClr>
            </a:outerShdw>
          </a:effectLst>
        </a:effectStyle>
        <a:effectStyle>
          <a:effectLst>
            <a:outerShdw blurRad="50800" dist="20000" dir="5400000" rotWithShape="0">
              <a:srgbClr val="000000">
                <a:alpha val="42000"/>
              </a:srgbClr>
            </a:outerShdw>
          </a:effectLst>
          <a:scene3d>
            <a:camera prst="orthographicFront">
              <a:rot lat="0" lon="0" rev="0"/>
            </a:camera>
            <a:lightRig rig="balanced" dir="t">
              <a:rot lat="0" lon="0" rev="0"/>
            </a:lightRig>
          </a:scene3d>
          <a:sp3d>
            <a:bevelT w="47625" h="69850"/>
            <a:contourClr>
              <a:schemeClr val="lt1"/>
            </a:contourClr>
          </a:sp3d>
        </a:effectStyle>
      </a:effectStyleLst>
      <a:bgFillStyleLst>
        <a:solidFill>
          <a:schemeClr val="phClr"/>
        </a:solidFill>
        <a:gradFill rotWithShape="1">
          <a:gsLst>
            <a:gs pos="0">
              <a:schemeClr val="phClr">
                <a:shade val="58000"/>
                <a:satMod val="125000"/>
              </a:schemeClr>
            </a:gs>
            <a:gs pos="40000">
              <a:schemeClr val="phClr">
                <a:tint val="90000"/>
                <a:shade val="90000"/>
                <a:satMod val="120000"/>
              </a:schemeClr>
            </a:gs>
            <a:gs pos="100000">
              <a:schemeClr val="phClr">
                <a:tint val="50000"/>
              </a:schemeClr>
            </a:gs>
          </a:gsLst>
          <a:lin ang="16200000" scaled="1"/>
        </a:gradFill>
        <a:blipFill>
          <a:blip xmlns:r="http://schemas.openxmlformats.org/officeDocument/2006/relationships" r:embed="rId1">
            <a:duotone>
              <a:schemeClr val="phClr">
                <a:shade val="80000"/>
              </a:schemeClr>
              <a:schemeClr val="phClr">
                <a:tint val="91000"/>
              </a:schemeClr>
            </a:duotone>
          </a:blip>
          <a:tile tx="0" ty="0" sx="40000" sy="50000" flip="y" algn="tl"/>
        </a:blip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Wisp</Template>
  <TotalTime>1301</TotalTime>
  <Words>314</Words>
  <Application>Microsoft Office PowerPoint</Application>
  <PresentationFormat>On-screen Show (4:3)</PresentationFormat>
  <Paragraphs>74</Paragraphs>
  <Slides>21</Slides>
  <Notes>0</Notes>
  <HiddenSlides>0</HiddenSlides>
  <MMClips>0</MMClips>
  <ScaleCrop>false</ScaleCrop>
  <HeadingPairs>
    <vt:vector size="6" baseType="variant">
      <vt:variant>
        <vt:lpstr>Fonts Used</vt:lpstr>
      </vt:variant>
      <vt:variant>
        <vt:i4>8</vt:i4>
      </vt:variant>
      <vt:variant>
        <vt:lpstr>Theme</vt:lpstr>
      </vt:variant>
      <vt:variant>
        <vt:i4>1</vt:i4>
      </vt:variant>
      <vt:variant>
        <vt:lpstr>Slide Titles</vt:lpstr>
      </vt:variant>
      <vt:variant>
        <vt:i4>21</vt:i4>
      </vt:variant>
    </vt:vector>
  </HeadingPairs>
  <TitlesOfParts>
    <vt:vector size="30" baseType="lpstr">
      <vt:lpstr>宋体</vt:lpstr>
      <vt:lpstr>Arial</vt:lpstr>
      <vt:lpstr>Calibri</vt:lpstr>
      <vt:lpstr>Century Schoolbook</vt:lpstr>
      <vt:lpstr>Tahoma</vt:lpstr>
      <vt:lpstr>Wingdings</vt:lpstr>
      <vt:lpstr>Wingdings 2</vt:lpstr>
      <vt:lpstr>Wingdings 3</vt:lpstr>
      <vt:lpstr>Oriel</vt:lpstr>
      <vt:lpstr>  Student Management System  Using Node JS </vt:lpstr>
      <vt:lpstr>Project Presentation </vt:lpstr>
      <vt:lpstr>Contents</vt:lpstr>
      <vt:lpstr>Introduction</vt:lpstr>
      <vt:lpstr>Introduction</vt:lpstr>
      <vt:lpstr>Requirement</vt:lpstr>
      <vt:lpstr>Requirement</vt:lpstr>
      <vt:lpstr>FEATURES</vt:lpstr>
      <vt:lpstr>Entity Relation Model</vt:lpstr>
      <vt:lpstr>Decision Tree</vt:lpstr>
      <vt:lpstr>Screenshots </vt:lpstr>
      <vt:lpstr>Screenshots </vt:lpstr>
      <vt:lpstr>PowerPoint Presentation</vt:lpstr>
      <vt:lpstr>PowerPoint Presentation</vt:lpstr>
      <vt:lpstr>PowerPoint Presentation</vt:lpstr>
      <vt:lpstr>PowerPoint Presentation</vt:lpstr>
      <vt:lpstr>PowerPoint Presentation</vt:lpstr>
      <vt:lpstr>PowerPoint Presentation</vt:lpstr>
      <vt:lpstr>Conclusion</vt:lpstr>
      <vt:lpstr>References</vt:lpstr>
      <vt:lpstr>Thank You</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Library Management System of IIT</dc:title>
  <dc:creator>Md. Shakil Hossain</dc:creator>
  <cp:lastModifiedBy>Ayush Dhiman</cp:lastModifiedBy>
  <cp:revision>70</cp:revision>
  <dcterms:created xsi:type="dcterms:W3CDTF">2006-08-16T00:00:00Z</dcterms:created>
  <dcterms:modified xsi:type="dcterms:W3CDTF">2024-10-02T17:39:27Z</dcterms:modified>
</cp:coreProperties>
</file>